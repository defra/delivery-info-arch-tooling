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68580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758">
          <p15:clr>
            <a:srgbClr val="A4A3A4"/>
          </p15:clr>
        </p15:guide>
        <p15:guide id="2" orient="horz" pos="3725">
          <p15:clr>
            <a:srgbClr val="A4A3A4"/>
          </p15:clr>
        </p15:guide>
        <p15:guide id="3" pos="340">
          <p15:clr>
            <a:srgbClr val="A4A3A4"/>
          </p15:clr>
        </p15:guide>
        <p15:guide id="4" pos="5375">
          <p15:clr>
            <a:srgbClr val="A4A3A4"/>
          </p15:clr>
        </p15:guide>
      </p15:sldGuideLst>
    </p:ext>
    <p:ext uri="{2D200454-40CA-4A62-9FC3-DE9A4176ACB9}">
      <p15:notesGuideLst>
        <p15:guide id="1" orient="horz" pos="3126">
          <p15:clr>
            <a:srgbClr val="A4A3A4"/>
          </p15:clr>
        </p15:guide>
        <p15:guide id="2" pos="2141">
          <p15:clr>
            <a:srgbClr val="A4A3A4"/>
          </p15:clr>
        </p15:guide>
      </p15:notesGuideLst>
    </p:ext>
    <p:ext uri="GoogleSlidesCustomDataVersion2">
      <go:slidesCustomData xmlns:go="http://customooxmlschemas.google.com/" r:id="rId37" roundtripDataSignature="AMtx7mhL6mDB0V56d0vXnMO77pW760oVw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Talvinder Nagra"/>
  <p:cmAuthor clrIdx="1" id="1" initials="" lastIdx="2" name="Aled Jone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8A9D249-7CEE-4514-8559-19A8B811B958}">
  <a:tblStyle styleId="{48A9D249-7CEE-4514-8559-19A8B811B958}" styleName="Table_0">
    <a:wholeTbl>
      <a:tcTxStyle b="off" i="off">
        <a:font>
          <a:latin typeface="Calibri"/>
          <a:ea typeface="Calibri"/>
          <a:cs typeface="Calibri"/>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tcStyle>
    </a:band1H>
    <a:band2H>
      <a:tcTxStyle b="off" i="off"/>
    </a:band2H>
    <a:band1V>
      <a:tcTxStyle b="off"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1V>
    <a:band2V>
      <a:tcTxStyle b="off"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tcStyle>
    </a:lastRow>
    <a:seCell>
      <a:tcTxStyle b="off" i="off"/>
    </a:seCell>
    <a:swCell>
      <a:tcTxStyle b="off" i="off"/>
    </a:swCell>
    <a:firstRow>
      <a:tcTxStyle b="on" i="off">
        <a:font>
          <a:latin typeface="Calibri"/>
          <a:ea typeface="Calibri"/>
          <a:cs typeface="Calibri"/>
        </a:font>
        <a:schemeClr val="lt1"/>
      </a:tcTxStyle>
      <a:tcStyle>
        <a:fill>
          <a:solidFill>
            <a:schemeClr val="accent1"/>
          </a:solidFill>
        </a:fill>
      </a:tcStyle>
    </a:firstRow>
    <a:neCell>
      <a:tcTxStyle b="off" i="off"/>
    </a:neCell>
    <a:nwCell>
      <a:tcTxStyle b="off" i="off"/>
    </a:nwCell>
  </a:tblStyle>
  <a:tblStyle styleId="{677656FF-92E6-4C9F-BA07-2B6A0FA08150}"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F2E8"/>
          </a:solidFill>
        </a:fill>
      </a:tcStyle>
    </a:wholeTbl>
    <a:band1H>
      <a:tcTxStyle b="off" i="off"/>
      <a:tcStyle>
        <a:fill>
          <a:solidFill>
            <a:srgbClr val="CAE3CD"/>
          </a:solidFill>
        </a:fill>
      </a:tcStyle>
    </a:band1H>
    <a:band2H>
      <a:tcTxStyle b="off" i="off"/>
    </a:band2H>
    <a:band1V>
      <a:tcTxStyle b="off" i="off"/>
      <a:tcStyle>
        <a:fill>
          <a:solidFill>
            <a:srgbClr val="CAE3CD"/>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758" orient="horz"/>
        <p:guide pos="3725" orient="horz"/>
        <p:guide pos="340"/>
        <p:guide pos="5375"/>
      </p:guideLst>
    </p:cSldViewPr>
  </p:slideViewPr>
  <p:notesViewPr>
    <p:cSldViewPr snapToGrid="0">
      <p:cViewPr varScale="1">
        <p:scale>
          <a:sx n="100" d="100"/>
          <a:sy n="100" d="100"/>
        </p:scale>
        <p:origin x="0" y="0"/>
      </p:cViewPr>
      <p:guideLst>
        <p:guide pos="3126" orient="horz"/>
        <p:guide pos="2141"/>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customschemas.google.com/relationships/presentationmetadata" Target="metadata"/><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10-08T14:09:58.473">
    <p:pos x="6000" y="0"/>
    <p:text>Do you think it is worth drawing this up as a traditional sequence diagram ? ( if this format is not preferred / mandated )
It is a little tricky to follow the flow /arrows</p:text>
    <p:extLst>
      <p:ext uri="{C676402C-5697-4E1C-873F-D02D1690AC5C}">
        <p15:threadingInfo timeZoneBias="0"/>
      </p:ext>
      <p:ext uri="http://customooxmlschemas.google.com/">
        <go:slidesCustomData xmlns:go="http://customooxmlschemas.google.com/" commentPostId="AAABW2xHybY"/>
      </p:ext>
    </p:extLst>
  </p:cm>
  <p:cm authorId="1" idx="1" dt="2024-10-08T13:42:36.500">
    <p:pos x="6000" y="0"/>
    <p:text>Indeed I already have.  But I kept having to split it across multiple slides to make it readable.  It's one area where doing this via slides makes it really challenging.  I'll add some backup slides at the back.</p:text>
    <p:extLst>
      <p:ext uri="{C676402C-5697-4E1C-873F-D02D1690AC5C}">
        <p15:threadingInfo timeZoneBias="0">
          <p15:parentCm authorId="0" idx="1"/>
        </p15:threadingInfo>
      </p:ext>
      <p:ext uri="http://customooxmlschemas.google.com/">
        <go:slidesCustomData xmlns:go="http://customooxmlschemas.google.com/" commentPostId="AAABW2xHydA"/>
      </p:ext>
    </p:extLst>
  </p:cm>
  <p:cm authorId="1" idx="2" dt="2024-10-08T14:09:58.473">
    <p:pos x="6000" y="0"/>
    <p:text>Also, because of the cyclic nature of the flows - showing it in a sequence diagram gets quite repetitive.</p:text>
    <p:extLst>
      <p:ext uri="{C676402C-5697-4E1C-873F-D02D1690AC5C}">
        <p15:threadingInfo timeZoneBias="0">
          <p15:parentCm authorId="0" idx="1"/>
        </p15:threadingInfo>
      </p:ext>
      <p:ext uri="http://customooxmlschemas.google.com/">
        <go:slidesCustomData xmlns:go="http://customooxmlschemas.google.com/" commentPostId="AAABW2xHydo"/>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4-10-08T11:48:19.252">
    <p:pos x="6000" y="0"/>
    <p:text>There is potential for this content to be displayed on a sequence diagram which might negate the need for this slide. Unless of course this is the preferred format</p:text>
    <p:extLst>
      <p:ext uri="{C676402C-5697-4E1C-873F-D02D1690AC5C}">
        <p15:threadingInfo timeZoneBias="0"/>
      </p:ext>
      <p:ext uri="http://customooxmlschemas.google.com/">
        <go:slidesCustomData xmlns:go="http://customooxmlschemas.google.com/" commentPostId="AAABW2xHybc"/>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5712" cy="498316"/>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375" y="0"/>
            <a:ext cx="2945712" cy="498316"/>
          </a:xfrm>
          <a:prstGeom prst="rect">
            <a:avLst/>
          </a:prstGeom>
          <a:noFill/>
          <a:ln>
            <a:noFill/>
          </a:ln>
        </p:spPr>
        <p:txBody>
          <a:bodyPr anchorCtr="0" anchor="t" bIns="45700" lIns="91400" spcFirstLastPara="1" rIns="91400"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292" y="4776848"/>
            <a:ext cx="5439092" cy="3908763"/>
          </a:xfrm>
          <a:prstGeom prst="rect">
            <a:avLst/>
          </a:prstGeom>
          <a:noFill/>
          <a:ln>
            <a:noFill/>
          </a:ln>
        </p:spPr>
        <p:txBody>
          <a:bodyPr anchorCtr="0" anchor="t" bIns="45700" lIns="91400" spcFirstLastPara="1" rIns="91400"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323"/>
            <a:ext cx="2945712" cy="498316"/>
          </a:xfrm>
          <a:prstGeom prst="rect">
            <a:avLst/>
          </a:prstGeom>
          <a:noFill/>
          <a:ln>
            <a:noFill/>
          </a:ln>
        </p:spPr>
        <p:txBody>
          <a:bodyPr anchorCtr="0" anchor="b" bIns="45700" lIns="91400" spcFirstLastPara="1" rIns="91400"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375" y="9428323"/>
            <a:ext cx="2945712" cy="498316"/>
          </a:xfrm>
          <a:prstGeom prst="rect">
            <a:avLst/>
          </a:prstGeom>
          <a:noFill/>
          <a:ln>
            <a:noFill/>
          </a:ln>
        </p:spPr>
        <p:txBody>
          <a:bodyPr anchorCtr="0" anchor="b" bIns="45700" lIns="91400" spcFirstLastPara="1" rIns="91400"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1:notes"/>
          <p:cNvSpPr txBox="1"/>
          <p:nvPr>
            <p:ph idx="1" type="body"/>
          </p:nvPr>
        </p:nvSpPr>
        <p:spPr>
          <a:xfrm>
            <a:off x="679292" y="4776848"/>
            <a:ext cx="5439092" cy="390876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61" name="Google Shape;61;p1:notes"/>
          <p:cNvSpPr txBox="1"/>
          <p:nvPr>
            <p:ph idx="12" type="sldNum"/>
          </p:nvPr>
        </p:nvSpPr>
        <p:spPr>
          <a:xfrm>
            <a:off x="3850375" y="9428323"/>
            <a:ext cx="2945712" cy="498316"/>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69" name="Google Shape;69;p2: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3: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solidFill>
                <a:srgbClr val="FF0000"/>
              </a:solidFill>
            </a:endParaRPr>
          </a:p>
        </p:txBody>
      </p:sp>
      <p:sp>
        <p:nvSpPr>
          <p:cNvPr id="78" name="Google Shape;78;p3: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4: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5: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5: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6: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6: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6: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7: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8: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8: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9: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9: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0: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0: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360"/>
              </a:spcBef>
              <a:spcAft>
                <a:spcPts val="0"/>
              </a:spcAft>
              <a:buSzPts val="1400"/>
              <a:buNone/>
            </a:pPr>
            <a:r>
              <a:t/>
            </a:r>
            <a:endParaRPr/>
          </a:p>
        </p:txBody>
      </p:sp>
      <p:sp>
        <p:nvSpPr>
          <p:cNvPr id="155" name="Google Shape;155;p11: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360"/>
              </a:spcBef>
              <a:spcAft>
                <a:spcPts val="0"/>
              </a:spcAft>
              <a:buSzPts val="1400"/>
              <a:buNone/>
            </a:pPr>
            <a:r>
              <a:t/>
            </a:r>
            <a:endParaRPr/>
          </a:p>
        </p:txBody>
      </p:sp>
      <p:sp>
        <p:nvSpPr>
          <p:cNvPr id="164" name="Google Shape;164;p12: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4: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14: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14: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f17d6ae3b2_0_0: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2f17d6ae3b2_0_0: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g2f17d6ae3b2_0_0: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6: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6: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16: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d3e4ef4883_0_112: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2d3e4ef4883_0_112: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2d3e4ef4883_0_112: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d3e4ef4883_0_171: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2d3e4ef4883_0_171: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b="0" i="0" sz="1200" u="none" strike="noStrike">
              <a:solidFill>
                <a:schemeClr val="dk1"/>
              </a:solidFill>
              <a:latin typeface="Arial"/>
              <a:ea typeface="Arial"/>
              <a:cs typeface="Arial"/>
              <a:sym typeface="Arial"/>
            </a:endParaRPr>
          </a:p>
        </p:txBody>
      </p:sp>
      <p:sp>
        <p:nvSpPr>
          <p:cNvPr id="217" name="Google Shape;217;g2d3e4ef4883_0_171: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d3e4ef4883_0_252: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g2d3e4ef4883_0_252: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g2d3e4ef4883_0_252: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d3e4ef4883_0_299: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g2d3e4ef4883_0_299: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g2d3e4ef4883_0_299: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d3e4ef4883_0_309: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2d3e4ef4883_0_309: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2d3e4ef4883_0_309: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d3e4ef4883_0_333: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2d3e4ef4883_0_333: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g2d3e4ef4883_0_333: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d580529eeb_0_0: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2d580529eeb_0_0: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g2d580529eeb_0_0: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d3e4ef4883_0_342: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2d3e4ef4883_0_342: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g2d3e4ef4883_0_342: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d3e4ef4883_0_351: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g2d3e4ef4883_0_351: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g2d3e4ef4883_0_351: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d3e4ef4883_0_361: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g2d3e4ef4883_0_361: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g2d3e4ef4883_0_361: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d3e4ef4883_0_450: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g2d3e4ef4883_0_450: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g2d3e4ef4883_0_450: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d3e4ef4883_0_458: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2d3e4ef4883_0_458: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g2d3e4ef4883_0_458: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575ffcb5a6_0_0: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g3575ffcb5a6_0_0: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t/>
            </a:r>
            <a:endParaRPr/>
          </a:p>
        </p:txBody>
      </p:sp>
      <p:sp>
        <p:nvSpPr>
          <p:cNvPr id="325" name="Google Shape;325;g3575ffcb5a6_0_0:notes"/>
          <p:cNvSpPr txBox="1"/>
          <p:nvPr>
            <p:ph idx="12" type="sldNum"/>
          </p:nvPr>
        </p:nvSpPr>
        <p:spPr>
          <a:xfrm>
            <a:off x="3850375" y="9428323"/>
            <a:ext cx="2945700" cy="498300"/>
          </a:xfrm>
          <a:prstGeom prst="rect">
            <a:avLst/>
          </a:prstGeom>
          <a:noFill/>
          <a:ln>
            <a:noFill/>
          </a:ln>
        </p:spPr>
        <p:txBody>
          <a:bodyPr anchorCtr="0" anchor="b" bIns="45700" lIns="91400" spcFirstLastPara="1" rIns="91400"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d3e4ef4883_0_467:notes"/>
          <p:cNvSpPr txBox="1"/>
          <p:nvPr>
            <p:ph idx="1" type="body"/>
          </p:nvPr>
        </p:nvSpPr>
        <p:spPr>
          <a:xfrm>
            <a:off x="679292" y="4776848"/>
            <a:ext cx="5439000" cy="39087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360"/>
              </a:spcBef>
              <a:spcAft>
                <a:spcPts val="0"/>
              </a:spcAft>
              <a:buSzPts val="1400"/>
              <a:buNone/>
            </a:pPr>
            <a:r>
              <a:t/>
            </a:r>
            <a:endParaRPr/>
          </a:p>
        </p:txBody>
      </p:sp>
      <p:sp>
        <p:nvSpPr>
          <p:cNvPr id="334" name="Google Shape;334;g2d3e4ef4883_0_467: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Green" showMasterSp="0" type="title">
  <p:cSld name="TITLE">
    <p:spTree>
      <p:nvGrpSpPr>
        <p:cNvPr id="15" name="Shape 15"/>
        <p:cNvGrpSpPr/>
        <p:nvPr/>
      </p:nvGrpSpPr>
      <p:grpSpPr>
        <a:xfrm>
          <a:off x="0" y="0"/>
          <a:ext cx="0" cy="0"/>
          <a:chOff x="0" y="0"/>
          <a:chExt cx="0" cy="0"/>
        </a:xfrm>
      </p:grpSpPr>
      <p:pic>
        <p:nvPicPr>
          <p:cNvPr id="16" name="Google Shape;16;p39"/>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17" name="Google Shape;17;p39"/>
          <p:cNvSpPr txBox="1"/>
          <p:nvPr>
            <p:ph type="ctrTitle"/>
          </p:nvPr>
        </p:nvSpPr>
        <p:spPr>
          <a:xfrm>
            <a:off x="431800" y="1735668"/>
            <a:ext cx="6081104" cy="121549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4200">
                <a:solidFill>
                  <a:schemeClr val="lt1"/>
                </a:solidFill>
                <a:latin typeface="Arial"/>
                <a:ea typeface="Arial"/>
                <a:cs typeface="Arial"/>
                <a:sym typeface="Aria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8" name="Google Shape;18;p39"/>
          <p:cNvSpPr txBox="1"/>
          <p:nvPr>
            <p:ph idx="1" type="subTitle"/>
          </p:nvPr>
        </p:nvSpPr>
        <p:spPr>
          <a:xfrm>
            <a:off x="431800" y="3043239"/>
            <a:ext cx="6081104" cy="986894"/>
          </a:xfrm>
          <a:prstGeom prst="rect">
            <a:avLst/>
          </a:prstGeom>
          <a:noFill/>
          <a:ln>
            <a:noFill/>
          </a:ln>
        </p:spPr>
        <p:txBody>
          <a:bodyPr anchorCtr="0" anchor="t" bIns="45700" lIns="91425" spcFirstLastPara="1" rIns="91425" wrap="square" tIns="45700">
            <a:noAutofit/>
          </a:bodyPr>
          <a:lstStyle>
            <a:lvl1pPr lvl="0" algn="l">
              <a:lnSpc>
                <a:spcPct val="90000"/>
              </a:lnSpc>
              <a:spcBef>
                <a:spcPts val="1000"/>
              </a:spcBef>
              <a:spcAft>
                <a:spcPts val="0"/>
              </a:spcAft>
              <a:buClr>
                <a:schemeClr val="lt1"/>
              </a:buClr>
              <a:buSzPts val="2400"/>
              <a:buNone/>
              <a:defRPr sz="2400">
                <a:solidFill>
                  <a:schemeClr val="lt1"/>
                </a:solidFill>
                <a:latin typeface="Arial"/>
                <a:ea typeface="Arial"/>
                <a:cs typeface="Arial"/>
                <a:sym typeface="Arial"/>
              </a:defRPr>
            </a:lvl1pPr>
            <a:lvl2pPr lvl="1" algn="ctr">
              <a:lnSpc>
                <a:spcPct val="90000"/>
              </a:lnSpc>
              <a:spcBef>
                <a:spcPts val="500"/>
              </a:spcBef>
              <a:spcAft>
                <a:spcPts val="0"/>
              </a:spcAft>
              <a:buClr>
                <a:srgbClr val="595959"/>
              </a:buClr>
              <a:buSzPts val="2000"/>
              <a:buNone/>
              <a:defRPr sz="2000"/>
            </a:lvl2pPr>
            <a:lvl3pPr lvl="2" algn="ctr">
              <a:lnSpc>
                <a:spcPct val="90000"/>
              </a:lnSpc>
              <a:spcBef>
                <a:spcPts val="500"/>
              </a:spcBef>
              <a:spcAft>
                <a:spcPts val="0"/>
              </a:spcAft>
              <a:buClr>
                <a:srgbClr val="595959"/>
              </a:buClr>
              <a:buSzPts val="1800"/>
              <a:buNone/>
              <a:defRPr sz="1800"/>
            </a:lvl3pPr>
            <a:lvl4pPr lvl="3" algn="ctr">
              <a:lnSpc>
                <a:spcPct val="90000"/>
              </a:lnSpc>
              <a:spcBef>
                <a:spcPts val="500"/>
              </a:spcBef>
              <a:spcAft>
                <a:spcPts val="0"/>
              </a:spcAft>
              <a:buClr>
                <a:srgbClr val="595959"/>
              </a:buClr>
              <a:buSzPts val="1600"/>
              <a:buNone/>
              <a:defRPr sz="1600"/>
            </a:lvl4pPr>
            <a:lvl5pPr lvl="4" algn="ctr">
              <a:lnSpc>
                <a:spcPct val="90000"/>
              </a:lnSpc>
              <a:spcBef>
                <a:spcPts val="500"/>
              </a:spcBef>
              <a:spcAft>
                <a:spcPts val="0"/>
              </a:spcAft>
              <a:buClr>
                <a:srgbClr val="595959"/>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40"/>
          <p:cNvSpPr txBox="1"/>
          <p:nvPr>
            <p:ph type="title"/>
          </p:nvPr>
        </p:nvSpPr>
        <p:spPr>
          <a:xfrm>
            <a:off x="439738" y="466725"/>
            <a:ext cx="8264525" cy="48260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SzPts val="1400"/>
              <a:buNone/>
              <a:defRPr>
                <a:latin typeface="Arial"/>
                <a:ea typeface="Arial"/>
                <a:cs typeface="Arial"/>
                <a:sym typeface="Aria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 name="Google Shape;21;p40"/>
          <p:cNvSpPr txBox="1"/>
          <p:nvPr>
            <p:ph idx="1" type="body"/>
          </p:nvPr>
        </p:nvSpPr>
        <p:spPr>
          <a:xfrm>
            <a:off x="439738" y="1540800"/>
            <a:ext cx="8264525" cy="4640400"/>
          </a:xfrm>
          <a:prstGeom prst="rect">
            <a:avLst/>
          </a:prstGeom>
          <a:noFill/>
          <a:ln>
            <a:noFill/>
          </a:ln>
        </p:spPr>
        <p:txBody>
          <a:bodyPr anchorCtr="0" anchor="t" bIns="45700" lIns="91425" spcFirstLastPara="1" rIns="91425" wrap="square" tIns="45700">
            <a:noAutofit/>
          </a:bodyPr>
          <a:lstStyle>
            <a:lvl1pPr indent="-355600" lvl="0" marL="457200" algn="l">
              <a:lnSpc>
                <a:spcPct val="90000"/>
              </a:lnSpc>
              <a:spcBef>
                <a:spcPts val="1000"/>
              </a:spcBef>
              <a:spcAft>
                <a:spcPts val="0"/>
              </a:spcAft>
              <a:buClr>
                <a:srgbClr val="595959"/>
              </a:buClr>
              <a:buSzPts val="2000"/>
              <a:buChar char="•"/>
              <a:defRPr>
                <a:latin typeface="Arial"/>
                <a:ea typeface="Arial"/>
                <a:cs typeface="Arial"/>
                <a:sym typeface="Arial"/>
              </a:defRPr>
            </a:lvl1pPr>
            <a:lvl2pPr indent="-342900" lvl="1" marL="914400" algn="l">
              <a:lnSpc>
                <a:spcPct val="90000"/>
              </a:lnSpc>
              <a:spcBef>
                <a:spcPts val="500"/>
              </a:spcBef>
              <a:spcAft>
                <a:spcPts val="0"/>
              </a:spcAft>
              <a:buClr>
                <a:srgbClr val="595959"/>
              </a:buClr>
              <a:buSzPts val="1800"/>
              <a:buChar char="•"/>
              <a:defRPr>
                <a:latin typeface="Arial"/>
                <a:ea typeface="Arial"/>
                <a:cs typeface="Arial"/>
                <a:sym typeface="Arial"/>
              </a:defRPr>
            </a:lvl2pPr>
            <a:lvl3pPr indent="-330200" lvl="2" marL="1371600" algn="l">
              <a:lnSpc>
                <a:spcPct val="90000"/>
              </a:lnSpc>
              <a:spcBef>
                <a:spcPts val="500"/>
              </a:spcBef>
              <a:spcAft>
                <a:spcPts val="0"/>
              </a:spcAft>
              <a:buClr>
                <a:srgbClr val="595959"/>
              </a:buClr>
              <a:buSzPts val="1600"/>
              <a:buChar char="•"/>
              <a:defRPr>
                <a:latin typeface="Arial"/>
                <a:ea typeface="Arial"/>
                <a:cs typeface="Arial"/>
                <a:sym typeface="Arial"/>
              </a:defRPr>
            </a:lvl3pPr>
            <a:lvl4pPr indent="-317500" lvl="3" marL="1828800" algn="l">
              <a:lnSpc>
                <a:spcPct val="90000"/>
              </a:lnSpc>
              <a:spcBef>
                <a:spcPts val="500"/>
              </a:spcBef>
              <a:spcAft>
                <a:spcPts val="0"/>
              </a:spcAft>
              <a:buClr>
                <a:srgbClr val="595959"/>
              </a:buClr>
              <a:buSzPts val="1400"/>
              <a:buChar char="•"/>
              <a:defRPr>
                <a:latin typeface="Arial"/>
                <a:ea typeface="Arial"/>
                <a:cs typeface="Arial"/>
                <a:sym typeface="Arial"/>
              </a:defRPr>
            </a:lvl4pPr>
            <a:lvl5pPr indent="-304800" lvl="4" marL="2286000" algn="l">
              <a:lnSpc>
                <a:spcPct val="90000"/>
              </a:lnSpc>
              <a:spcBef>
                <a:spcPts val="500"/>
              </a:spcBef>
              <a:spcAft>
                <a:spcPts val="0"/>
              </a:spcAft>
              <a:buClr>
                <a:srgbClr val="595959"/>
              </a:buClr>
              <a:buSzPts val="12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40"/>
          <p:cNvSpPr txBox="1"/>
          <p:nvPr>
            <p:ph idx="11" type="ftr"/>
          </p:nvPr>
        </p:nvSpPr>
        <p:spPr>
          <a:xfrm>
            <a:off x="458788" y="6342063"/>
            <a:ext cx="5675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0"/>
          <p:cNvSpPr txBox="1"/>
          <p:nvPr>
            <p:ph idx="12" type="sldNum"/>
          </p:nvPr>
        </p:nvSpPr>
        <p:spPr>
          <a:xfrm>
            <a:off x="8391525" y="6356350"/>
            <a:ext cx="41116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p:cSld name="Title Subtitle and Content">
    <p:spTree>
      <p:nvGrpSpPr>
        <p:cNvPr id="24" name="Shape 24"/>
        <p:cNvGrpSpPr/>
        <p:nvPr/>
      </p:nvGrpSpPr>
      <p:grpSpPr>
        <a:xfrm>
          <a:off x="0" y="0"/>
          <a:ext cx="0" cy="0"/>
          <a:chOff x="0" y="0"/>
          <a:chExt cx="0" cy="0"/>
        </a:xfrm>
      </p:grpSpPr>
      <p:sp>
        <p:nvSpPr>
          <p:cNvPr id="25" name="Google Shape;25;p41"/>
          <p:cNvSpPr txBox="1"/>
          <p:nvPr>
            <p:ph type="title"/>
          </p:nvPr>
        </p:nvSpPr>
        <p:spPr>
          <a:xfrm>
            <a:off x="439738" y="466725"/>
            <a:ext cx="8264525" cy="48260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SzPts val="1400"/>
              <a:buNone/>
              <a:defRPr>
                <a:solidFill>
                  <a:srgbClr val="00AF41"/>
                </a:solidFill>
                <a:latin typeface="Arial"/>
                <a:ea typeface="Arial"/>
                <a:cs typeface="Arial"/>
                <a:sym typeface="Aria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6" name="Google Shape;26;p41"/>
          <p:cNvSpPr txBox="1"/>
          <p:nvPr>
            <p:ph idx="1" type="body"/>
          </p:nvPr>
        </p:nvSpPr>
        <p:spPr>
          <a:xfrm>
            <a:off x="439738" y="1540800"/>
            <a:ext cx="8264525" cy="4640400"/>
          </a:xfrm>
          <a:prstGeom prst="rect">
            <a:avLst/>
          </a:prstGeom>
          <a:noFill/>
          <a:ln>
            <a:noFill/>
          </a:ln>
        </p:spPr>
        <p:txBody>
          <a:bodyPr anchorCtr="0" anchor="t" bIns="45700" lIns="91425" spcFirstLastPara="1" rIns="91425" wrap="square" tIns="45700">
            <a:noAutofit/>
          </a:bodyPr>
          <a:lstStyle>
            <a:lvl1pPr indent="-355600" lvl="0" marL="457200" algn="l">
              <a:lnSpc>
                <a:spcPct val="90000"/>
              </a:lnSpc>
              <a:spcBef>
                <a:spcPts val="1000"/>
              </a:spcBef>
              <a:spcAft>
                <a:spcPts val="0"/>
              </a:spcAft>
              <a:buClr>
                <a:srgbClr val="595959"/>
              </a:buClr>
              <a:buSzPts val="2000"/>
              <a:buChar char="•"/>
              <a:defRPr>
                <a:latin typeface="Arial"/>
                <a:ea typeface="Arial"/>
                <a:cs typeface="Arial"/>
                <a:sym typeface="Arial"/>
              </a:defRPr>
            </a:lvl1pPr>
            <a:lvl2pPr indent="-342900" lvl="1" marL="914400" algn="l">
              <a:lnSpc>
                <a:spcPct val="90000"/>
              </a:lnSpc>
              <a:spcBef>
                <a:spcPts val="500"/>
              </a:spcBef>
              <a:spcAft>
                <a:spcPts val="0"/>
              </a:spcAft>
              <a:buClr>
                <a:srgbClr val="595959"/>
              </a:buClr>
              <a:buSzPts val="1800"/>
              <a:buChar char="•"/>
              <a:defRPr>
                <a:latin typeface="Arial"/>
                <a:ea typeface="Arial"/>
                <a:cs typeface="Arial"/>
                <a:sym typeface="Arial"/>
              </a:defRPr>
            </a:lvl2pPr>
            <a:lvl3pPr indent="-330200" lvl="2" marL="1371600" algn="l">
              <a:lnSpc>
                <a:spcPct val="90000"/>
              </a:lnSpc>
              <a:spcBef>
                <a:spcPts val="500"/>
              </a:spcBef>
              <a:spcAft>
                <a:spcPts val="0"/>
              </a:spcAft>
              <a:buClr>
                <a:srgbClr val="595959"/>
              </a:buClr>
              <a:buSzPts val="1600"/>
              <a:buChar char="•"/>
              <a:defRPr>
                <a:latin typeface="Arial"/>
                <a:ea typeface="Arial"/>
                <a:cs typeface="Arial"/>
                <a:sym typeface="Arial"/>
              </a:defRPr>
            </a:lvl3pPr>
            <a:lvl4pPr indent="-317500" lvl="3" marL="1828800" algn="l">
              <a:lnSpc>
                <a:spcPct val="90000"/>
              </a:lnSpc>
              <a:spcBef>
                <a:spcPts val="500"/>
              </a:spcBef>
              <a:spcAft>
                <a:spcPts val="0"/>
              </a:spcAft>
              <a:buClr>
                <a:srgbClr val="595959"/>
              </a:buClr>
              <a:buSzPts val="1400"/>
              <a:buChar char="•"/>
              <a:defRPr>
                <a:latin typeface="Arial"/>
                <a:ea typeface="Arial"/>
                <a:cs typeface="Arial"/>
                <a:sym typeface="Arial"/>
              </a:defRPr>
            </a:lvl4pPr>
            <a:lvl5pPr indent="-304800" lvl="4" marL="2286000" algn="l">
              <a:lnSpc>
                <a:spcPct val="90000"/>
              </a:lnSpc>
              <a:spcBef>
                <a:spcPts val="500"/>
              </a:spcBef>
              <a:spcAft>
                <a:spcPts val="0"/>
              </a:spcAft>
              <a:buClr>
                <a:srgbClr val="595959"/>
              </a:buClr>
              <a:buSzPts val="12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1"/>
          <p:cNvSpPr txBox="1"/>
          <p:nvPr>
            <p:ph idx="2" type="body"/>
          </p:nvPr>
        </p:nvSpPr>
        <p:spPr>
          <a:xfrm>
            <a:off x="439738" y="1129554"/>
            <a:ext cx="8264525" cy="30024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00AF41"/>
              </a:buClr>
              <a:buSzPts val="2200"/>
              <a:buNone/>
              <a:defRPr b="0" sz="2200">
                <a:solidFill>
                  <a:srgbClr val="00AF41"/>
                </a:solidFill>
                <a:latin typeface="Arial"/>
                <a:ea typeface="Arial"/>
                <a:cs typeface="Arial"/>
                <a:sym typeface="Arial"/>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41"/>
          <p:cNvSpPr txBox="1"/>
          <p:nvPr>
            <p:ph idx="11" type="ftr"/>
          </p:nvPr>
        </p:nvSpPr>
        <p:spPr>
          <a:xfrm>
            <a:off x="458788" y="6342063"/>
            <a:ext cx="5675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1"/>
          <p:cNvSpPr txBox="1"/>
          <p:nvPr>
            <p:ph idx="12" type="sldNum"/>
          </p:nvPr>
        </p:nvSpPr>
        <p:spPr>
          <a:xfrm>
            <a:off x="8391525" y="6356350"/>
            <a:ext cx="41116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no graphics) - Green" showMasterSp="0">
  <p:cSld name="Title Slide (no graphics) - Green">
    <p:spTree>
      <p:nvGrpSpPr>
        <p:cNvPr id="30" name="Shape 30"/>
        <p:cNvGrpSpPr/>
        <p:nvPr/>
      </p:nvGrpSpPr>
      <p:grpSpPr>
        <a:xfrm>
          <a:off x="0" y="0"/>
          <a:ext cx="0" cy="0"/>
          <a:chOff x="0" y="0"/>
          <a:chExt cx="0" cy="0"/>
        </a:xfrm>
      </p:grpSpPr>
      <p:pic>
        <p:nvPicPr>
          <p:cNvPr id="31" name="Google Shape;31;p42"/>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32" name="Google Shape;32;p42"/>
          <p:cNvSpPr txBox="1"/>
          <p:nvPr>
            <p:ph type="ctrTitle"/>
          </p:nvPr>
        </p:nvSpPr>
        <p:spPr>
          <a:xfrm>
            <a:off x="431800" y="1735668"/>
            <a:ext cx="6081104" cy="121549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4200">
                <a:solidFill>
                  <a:schemeClr val="lt1"/>
                </a:solidFill>
                <a:latin typeface="Arial"/>
                <a:ea typeface="Arial"/>
                <a:cs typeface="Arial"/>
                <a:sym typeface="Aria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3" name="Google Shape;33;p42"/>
          <p:cNvSpPr txBox="1"/>
          <p:nvPr>
            <p:ph idx="1" type="subTitle"/>
          </p:nvPr>
        </p:nvSpPr>
        <p:spPr>
          <a:xfrm>
            <a:off x="431800" y="3043239"/>
            <a:ext cx="6081104" cy="986894"/>
          </a:xfrm>
          <a:prstGeom prst="rect">
            <a:avLst/>
          </a:prstGeom>
          <a:noFill/>
          <a:ln>
            <a:noFill/>
          </a:ln>
        </p:spPr>
        <p:txBody>
          <a:bodyPr anchorCtr="0" anchor="t" bIns="45700" lIns="91425" spcFirstLastPara="1" rIns="91425" wrap="square" tIns="45700">
            <a:noAutofit/>
          </a:bodyPr>
          <a:lstStyle>
            <a:lvl1pPr lvl="0" algn="l">
              <a:lnSpc>
                <a:spcPct val="90000"/>
              </a:lnSpc>
              <a:spcBef>
                <a:spcPts val="1000"/>
              </a:spcBef>
              <a:spcAft>
                <a:spcPts val="0"/>
              </a:spcAft>
              <a:buClr>
                <a:schemeClr val="lt1"/>
              </a:buClr>
              <a:buSzPts val="2400"/>
              <a:buNone/>
              <a:defRPr sz="2400">
                <a:solidFill>
                  <a:schemeClr val="lt1"/>
                </a:solidFill>
                <a:latin typeface="Arial"/>
                <a:ea typeface="Arial"/>
                <a:cs typeface="Arial"/>
                <a:sym typeface="Arial"/>
              </a:defRPr>
            </a:lvl1pPr>
            <a:lvl2pPr lvl="1" algn="ctr">
              <a:lnSpc>
                <a:spcPct val="90000"/>
              </a:lnSpc>
              <a:spcBef>
                <a:spcPts val="500"/>
              </a:spcBef>
              <a:spcAft>
                <a:spcPts val="0"/>
              </a:spcAft>
              <a:buClr>
                <a:srgbClr val="595959"/>
              </a:buClr>
              <a:buSzPts val="2000"/>
              <a:buNone/>
              <a:defRPr sz="2000"/>
            </a:lvl2pPr>
            <a:lvl3pPr lvl="2" algn="ctr">
              <a:lnSpc>
                <a:spcPct val="90000"/>
              </a:lnSpc>
              <a:spcBef>
                <a:spcPts val="500"/>
              </a:spcBef>
              <a:spcAft>
                <a:spcPts val="0"/>
              </a:spcAft>
              <a:buClr>
                <a:srgbClr val="595959"/>
              </a:buClr>
              <a:buSzPts val="1800"/>
              <a:buNone/>
              <a:defRPr sz="1800"/>
            </a:lvl3pPr>
            <a:lvl4pPr lvl="3" algn="ctr">
              <a:lnSpc>
                <a:spcPct val="90000"/>
              </a:lnSpc>
              <a:spcBef>
                <a:spcPts val="500"/>
              </a:spcBef>
              <a:spcAft>
                <a:spcPts val="0"/>
              </a:spcAft>
              <a:buClr>
                <a:srgbClr val="595959"/>
              </a:buClr>
              <a:buSzPts val="1600"/>
              <a:buNone/>
              <a:defRPr sz="1600"/>
            </a:lvl4pPr>
            <a:lvl5pPr lvl="4" algn="ctr">
              <a:lnSpc>
                <a:spcPct val="90000"/>
              </a:lnSpc>
              <a:spcBef>
                <a:spcPts val="500"/>
              </a:spcBef>
              <a:spcAft>
                <a:spcPts val="0"/>
              </a:spcAft>
              <a:buClr>
                <a:srgbClr val="595959"/>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White" showMasterSp="0">
  <p:cSld name="Title Slide - White">
    <p:bg>
      <p:bgPr>
        <a:solidFill>
          <a:schemeClr val="lt1">
            <a:alpha val="96470"/>
          </a:schemeClr>
        </a:solidFill>
      </p:bgPr>
    </p:bg>
    <p:spTree>
      <p:nvGrpSpPr>
        <p:cNvPr id="34" name="Shape 34"/>
        <p:cNvGrpSpPr/>
        <p:nvPr/>
      </p:nvGrpSpPr>
      <p:grpSpPr>
        <a:xfrm>
          <a:off x="0" y="0"/>
          <a:ext cx="0" cy="0"/>
          <a:chOff x="0" y="0"/>
          <a:chExt cx="0" cy="0"/>
        </a:xfrm>
      </p:grpSpPr>
      <p:cxnSp>
        <p:nvCxnSpPr>
          <p:cNvPr id="35" name="Google Shape;35;p43"/>
          <p:cNvCxnSpPr/>
          <p:nvPr/>
        </p:nvCxnSpPr>
        <p:spPr>
          <a:xfrm>
            <a:off x="3532188" y="6215063"/>
            <a:ext cx="0" cy="527050"/>
          </a:xfrm>
          <a:prstGeom prst="straightConnector1">
            <a:avLst/>
          </a:prstGeom>
          <a:noFill/>
          <a:ln cap="flat" cmpd="sng" w="15875">
            <a:solidFill>
              <a:schemeClr val="accent1"/>
            </a:solidFill>
            <a:prstDash val="solid"/>
            <a:miter lim="800000"/>
            <a:headEnd len="sm" w="sm" type="none"/>
            <a:tailEnd len="sm" w="sm" type="none"/>
          </a:ln>
        </p:spPr>
      </p:cxnSp>
      <p:cxnSp>
        <p:nvCxnSpPr>
          <p:cNvPr id="36" name="Google Shape;36;p43"/>
          <p:cNvCxnSpPr/>
          <p:nvPr/>
        </p:nvCxnSpPr>
        <p:spPr>
          <a:xfrm>
            <a:off x="2632075" y="6216650"/>
            <a:ext cx="0" cy="527050"/>
          </a:xfrm>
          <a:prstGeom prst="straightConnector1">
            <a:avLst/>
          </a:prstGeom>
          <a:noFill/>
          <a:ln cap="flat" cmpd="sng" w="15875">
            <a:solidFill>
              <a:schemeClr val="accent1"/>
            </a:solidFill>
            <a:prstDash val="solid"/>
            <a:miter lim="800000"/>
            <a:headEnd len="sm" w="sm" type="none"/>
            <a:tailEnd len="sm" w="sm" type="none"/>
          </a:ln>
        </p:spPr>
      </p:cxnSp>
      <p:cxnSp>
        <p:nvCxnSpPr>
          <p:cNvPr id="37" name="Google Shape;37;p43"/>
          <p:cNvCxnSpPr/>
          <p:nvPr/>
        </p:nvCxnSpPr>
        <p:spPr>
          <a:xfrm>
            <a:off x="544513" y="6216650"/>
            <a:ext cx="0" cy="527050"/>
          </a:xfrm>
          <a:prstGeom prst="straightConnector1">
            <a:avLst/>
          </a:prstGeom>
          <a:noFill/>
          <a:ln cap="flat" cmpd="sng" w="15875">
            <a:solidFill>
              <a:schemeClr val="accent1"/>
            </a:solidFill>
            <a:prstDash val="solid"/>
            <a:miter lim="800000"/>
            <a:headEnd len="sm" w="sm" type="none"/>
            <a:tailEnd len="sm" w="sm" type="none"/>
          </a:ln>
        </p:spPr>
      </p:cxnSp>
      <p:pic>
        <p:nvPicPr>
          <p:cNvPr id="38" name="Google Shape;38;p43"/>
          <p:cNvPicPr preferRelativeResize="0"/>
          <p:nvPr/>
        </p:nvPicPr>
        <p:blipFill rotWithShape="1">
          <a:blip r:embed="rId2">
            <a:alphaModFix/>
          </a:blip>
          <a:srcRect b="0" l="0" r="0" t="0"/>
          <a:stretch/>
        </p:blipFill>
        <p:spPr>
          <a:xfrm>
            <a:off x="3676650" y="6356350"/>
            <a:ext cx="909638" cy="252413"/>
          </a:xfrm>
          <a:prstGeom prst="rect">
            <a:avLst/>
          </a:prstGeom>
          <a:noFill/>
          <a:ln>
            <a:noFill/>
          </a:ln>
        </p:spPr>
      </p:pic>
      <p:pic>
        <p:nvPicPr>
          <p:cNvPr id="39" name="Google Shape;39;p43"/>
          <p:cNvPicPr preferRelativeResize="0"/>
          <p:nvPr/>
        </p:nvPicPr>
        <p:blipFill rotWithShape="1">
          <a:blip r:embed="rId3">
            <a:alphaModFix/>
          </a:blip>
          <a:srcRect b="0" l="0" r="0" t="0"/>
          <a:stretch/>
        </p:blipFill>
        <p:spPr>
          <a:xfrm>
            <a:off x="2784475" y="6259513"/>
            <a:ext cx="434975" cy="434975"/>
          </a:xfrm>
          <a:prstGeom prst="rect">
            <a:avLst/>
          </a:prstGeom>
          <a:noFill/>
          <a:ln>
            <a:noFill/>
          </a:ln>
        </p:spPr>
      </p:pic>
      <p:pic>
        <p:nvPicPr>
          <p:cNvPr id="40" name="Google Shape;40;p43"/>
          <p:cNvPicPr preferRelativeResize="0"/>
          <p:nvPr/>
        </p:nvPicPr>
        <p:blipFill rotWithShape="1">
          <a:blip r:embed="rId4">
            <a:alphaModFix/>
          </a:blip>
          <a:srcRect b="0" l="0" r="0" t="0"/>
          <a:stretch/>
        </p:blipFill>
        <p:spPr>
          <a:xfrm>
            <a:off x="674688" y="6288088"/>
            <a:ext cx="1643062" cy="374650"/>
          </a:xfrm>
          <a:prstGeom prst="rect">
            <a:avLst/>
          </a:prstGeom>
          <a:noFill/>
          <a:ln>
            <a:noFill/>
          </a:ln>
        </p:spPr>
      </p:pic>
      <p:pic>
        <p:nvPicPr>
          <p:cNvPr id="41" name="Google Shape;41;p43"/>
          <p:cNvPicPr preferRelativeResize="0"/>
          <p:nvPr/>
        </p:nvPicPr>
        <p:blipFill rotWithShape="1">
          <a:blip r:embed="rId5">
            <a:alphaModFix/>
          </a:blip>
          <a:srcRect b="0" l="0" r="0" t="0"/>
          <a:stretch/>
        </p:blipFill>
        <p:spPr>
          <a:xfrm>
            <a:off x="525463" y="538163"/>
            <a:ext cx="1422400" cy="727075"/>
          </a:xfrm>
          <a:prstGeom prst="rect">
            <a:avLst/>
          </a:prstGeom>
          <a:noFill/>
          <a:ln>
            <a:noFill/>
          </a:ln>
        </p:spPr>
      </p:pic>
      <p:sp>
        <p:nvSpPr>
          <p:cNvPr id="42" name="Google Shape;42;p43"/>
          <p:cNvSpPr txBox="1"/>
          <p:nvPr>
            <p:ph type="ctrTitle"/>
          </p:nvPr>
        </p:nvSpPr>
        <p:spPr>
          <a:xfrm>
            <a:off x="431800" y="1735668"/>
            <a:ext cx="6081104" cy="121549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4200">
                <a:solidFill>
                  <a:schemeClr val="dk2"/>
                </a:solidFill>
                <a:latin typeface="Arial"/>
                <a:ea typeface="Arial"/>
                <a:cs typeface="Arial"/>
                <a:sym typeface="Aria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3" name="Google Shape;43;p43"/>
          <p:cNvSpPr txBox="1"/>
          <p:nvPr>
            <p:ph idx="1" type="subTitle"/>
          </p:nvPr>
        </p:nvSpPr>
        <p:spPr>
          <a:xfrm>
            <a:off x="431800" y="3043239"/>
            <a:ext cx="6081104" cy="986894"/>
          </a:xfrm>
          <a:prstGeom prst="rect">
            <a:avLst/>
          </a:prstGeom>
          <a:noFill/>
          <a:ln>
            <a:noFill/>
          </a:ln>
        </p:spPr>
        <p:txBody>
          <a:bodyPr anchorCtr="0" anchor="t" bIns="45700" lIns="91425" spcFirstLastPara="1" rIns="91425" wrap="square" tIns="45700">
            <a:noAutofit/>
          </a:bodyPr>
          <a:lstStyle>
            <a:lvl1pPr lvl="0" algn="l">
              <a:lnSpc>
                <a:spcPct val="90000"/>
              </a:lnSpc>
              <a:spcBef>
                <a:spcPts val="1000"/>
              </a:spcBef>
              <a:spcAft>
                <a:spcPts val="0"/>
              </a:spcAft>
              <a:buClr>
                <a:schemeClr val="dk2"/>
              </a:buClr>
              <a:buSzPts val="2400"/>
              <a:buNone/>
              <a:defRPr sz="2400">
                <a:solidFill>
                  <a:schemeClr val="dk2"/>
                </a:solidFill>
                <a:latin typeface="Arial"/>
                <a:ea typeface="Arial"/>
                <a:cs typeface="Arial"/>
                <a:sym typeface="Arial"/>
              </a:defRPr>
            </a:lvl1pPr>
            <a:lvl2pPr lvl="1" algn="ctr">
              <a:lnSpc>
                <a:spcPct val="90000"/>
              </a:lnSpc>
              <a:spcBef>
                <a:spcPts val="500"/>
              </a:spcBef>
              <a:spcAft>
                <a:spcPts val="0"/>
              </a:spcAft>
              <a:buClr>
                <a:srgbClr val="595959"/>
              </a:buClr>
              <a:buSzPts val="2000"/>
              <a:buNone/>
              <a:defRPr sz="2000"/>
            </a:lvl2pPr>
            <a:lvl3pPr lvl="2" algn="ctr">
              <a:lnSpc>
                <a:spcPct val="90000"/>
              </a:lnSpc>
              <a:spcBef>
                <a:spcPts val="500"/>
              </a:spcBef>
              <a:spcAft>
                <a:spcPts val="0"/>
              </a:spcAft>
              <a:buClr>
                <a:srgbClr val="595959"/>
              </a:buClr>
              <a:buSzPts val="1800"/>
              <a:buNone/>
              <a:defRPr sz="1800"/>
            </a:lvl3pPr>
            <a:lvl4pPr lvl="3" algn="ctr">
              <a:lnSpc>
                <a:spcPct val="90000"/>
              </a:lnSpc>
              <a:spcBef>
                <a:spcPts val="500"/>
              </a:spcBef>
              <a:spcAft>
                <a:spcPts val="0"/>
              </a:spcAft>
              <a:buClr>
                <a:srgbClr val="595959"/>
              </a:buClr>
              <a:buSzPts val="1600"/>
              <a:buNone/>
              <a:defRPr sz="1600"/>
            </a:lvl4pPr>
            <a:lvl5pPr lvl="4" algn="ctr">
              <a:lnSpc>
                <a:spcPct val="90000"/>
              </a:lnSpc>
              <a:spcBef>
                <a:spcPts val="500"/>
              </a:spcBef>
              <a:spcAft>
                <a:spcPts val="0"/>
              </a:spcAft>
              <a:buClr>
                <a:srgbClr val="595959"/>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and Icon">
  <p:cSld name="Title and Content and Icon">
    <p:spTree>
      <p:nvGrpSpPr>
        <p:cNvPr id="44" name="Shape 44"/>
        <p:cNvGrpSpPr/>
        <p:nvPr/>
      </p:nvGrpSpPr>
      <p:grpSpPr>
        <a:xfrm>
          <a:off x="0" y="0"/>
          <a:ext cx="0" cy="0"/>
          <a:chOff x="0" y="0"/>
          <a:chExt cx="0" cy="0"/>
        </a:xfrm>
      </p:grpSpPr>
      <p:sp>
        <p:nvSpPr>
          <p:cNvPr id="45" name="Google Shape;45;p44"/>
          <p:cNvSpPr txBox="1"/>
          <p:nvPr>
            <p:ph type="title"/>
          </p:nvPr>
        </p:nvSpPr>
        <p:spPr>
          <a:xfrm>
            <a:off x="439738" y="466725"/>
            <a:ext cx="8264525" cy="48260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SzPts val="1400"/>
              <a:buNone/>
              <a:defRPr>
                <a:latin typeface="Arial"/>
                <a:ea typeface="Arial"/>
                <a:cs typeface="Arial"/>
                <a:sym typeface="Aria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6" name="Google Shape;46;p44"/>
          <p:cNvSpPr txBox="1"/>
          <p:nvPr>
            <p:ph idx="1" type="body"/>
          </p:nvPr>
        </p:nvSpPr>
        <p:spPr>
          <a:xfrm>
            <a:off x="439738" y="1540800"/>
            <a:ext cx="6940800" cy="4640400"/>
          </a:xfrm>
          <a:prstGeom prst="rect">
            <a:avLst/>
          </a:prstGeom>
          <a:noFill/>
          <a:ln>
            <a:noFill/>
          </a:ln>
        </p:spPr>
        <p:txBody>
          <a:bodyPr anchorCtr="0" anchor="t" bIns="45700" lIns="91425" spcFirstLastPara="1" rIns="91425" wrap="square" tIns="45700">
            <a:noAutofit/>
          </a:bodyPr>
          <a:lstStyle>
            <a:lvl1pPr indent="-355600" lvl="0" marL="457200" algn="l">
              <a:lnSpc>
                <a:spcPct val="90000"/>
              </a:lnSpc>
              <a:spcBef>
                <a:spcPts val="1000"/>
              </a:spcBef>
              <a:spcAft>
                <a:spcPts val="0"/>
              </a:spcAft>
              <a:buClr>
                <a:srgbClr val="595959"/>
              </a:buClr>
              <a:buSzPts val="2000"/>
              <a:buChar char="•"/>
              <a:defRPr>
                <a:latin typeface="Arial"/>
                <a:ea typeface="Arial"/>
                <a:cs typeface="Arial"/>
                <a:sym typeface="Arial"/>
              </a:defRPr>
            </a:lvl1pPr>
            <a:lvl2pPr indent="-342900" lvl="1" marL="914400" algn="l">
              <a:lnSpc>
                <a:spcPct val="90000"/>
              </a:lnSpc>
              <a:spcBef>
                <a:spcPts val="500"/>
              </a:spcBef>
              <a:spcAft>
                <a:spcPts val="0"/>
              </a:spcAft>
              <a:buClr>
                <a:srgbClr val="595959"/>
              </a:buClr>
              <a:buSzPts val="1800"/>
              <a:buChar char="•"/>
              <a:defRPr>
                <a:latin typeface="Arial"/>
                <a:ea typeface="Arial"/>
                <a:cs typeface="Arial"/>
                <a:sym typeface="Arial"/>
              </a:defRPr>
            </a:lvl2pPr>
            <a:lvl3pPr indent="-330200" lvl="2" marL="1371600" algn="l">
              <a:lnSpc>
                <a:spcPct val="90000"/>
              </a:lnSpc>
              <a:spcBef>
                <a:spcPts val="500"/>
              </a:spcBef>
              <a:spcAft>
                <a:spcPts val="0"/>
              </a:spcAft>
              <a:buClr>
                <a:srgbClr val="595959"/>
              </a:buClr>
              <a:buSzPts val="1600"/>
              <a:buChar char="•"/>
              <a:defRPr>
                <a:latin typeface="Arial"/>
                <a:ea typeface="Arial"/>
                <a:cs typeface="Arial"/>
                <a:sym typeface="Arial"/>
              </a:defRPr>
            </a:lvl3pPr>
            <a:lvl4pPr indent="-317500" lvl="3" marL="1828800" algn="l">
              <a:lnSpc>
                <a:spcPct val="90000"/>
              </a:lnSpc>
              <a:spcBef>
                <a:spcPts val="500"/>
              </a:spcBef>
              <a:spcAft>
                <a:spcPts val="0"/>
              </a:spcAft>
              <a:buClr>
                <a:srgbClr val="595959"/>
              </a:buClr>
              <a:buSzPts val="1400"/>
              <a:buChar char="•"/>
              <a:defRPr>
                <a:latin typeface="Arial"/>
                <a:ea typeface="Arial"/>
                <a:cs typeface="Arial"/>
                <a:sym typeface="Arial"/>
              </a:defRPr>
            </a:lvl4pPr>
            <a:lvl5pPr indent="-304800" lvl="4" marL="2286000" algn="l">
              <a:lnSpc>
                <a:spcPct val="90000"/>
              </a:lnSpc>
              <a:spcBef>
                <a:spcPts val="500"/>
              </a:spcBef>
              <a:spcAft>
                <a:spcPts val="0"/>
              </a:spcAft>
              <a:buClr>
                <a:srgbClr val="595959"/>
              </a:buClr>
              <a:buSzPts val="12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44"/>
          <p:cNvSpPr txBox="1"/>
          <p:nvPr>
            <p:ph idx="11" type="ftr"/>
          </p:nvPr>
        </p:nvSpPr>
        <p:spPr>
          <a:xfrm>
            <a:off x="458788" y="6342063"/>
            <a:ext cx="5675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4"/>
          <p:cNvSpPr txBox="1"/>
          <p:nvPr>
            <p:ph idx="12" type="sldNum"/>
          </p:nvPr>
        </p:nvSpPr>
        <p:spPr>
          <a:xfrm>
            <a:off x="8391525" y="6356350"/>
            <a:ext cx="41116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and Icon">
  <p:cSld name="Title Subtitle and Content and Icon">
    <p:spTree>
      <p:nvGrpSpPr>
        <p:cNvPr id="49" name="Shape 49"/>
        <p:cNvGrpSpPr/>
        <p:nvPr/>
      </p:nvGrpSpPr>
      <p:grpSpPr>
        <a:xfrm>
          <a:off x="0" y="0"/>
          <a:ext cx="0" cy="0"/>
          <a:chOff x="0" y="0"/>
          <a:chExt cx="0" cy="0"/>
        </a:xfrm>
      </p:grpSpPr>
      <p:sp>
        <p:nvSpPr>
          <p:cNvPr id="50" name="Google Shape;50;p45"/>
          <p:cNvSpPr txBox="1"/>
          <p:nvPr>
            <p:ph type="title"/>
          </p:nvPr>
        </p:nvSpPr>
        <p:spPr>
          <a:xfrm>
            <a:off x="439738" y="466725"/>
            <a:ext cx="8264525" cy="48260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SzPts val="1400"/>
              <a:buNone/>
              <a:defRPr>
                <a:solidFill>
                  <a:srgbClr val="00B050"/>
                </a:solidFill>
                <a:latin typeface="Arial"/>
                <a:ea typeface="Arial"/>
                <a:cs typeface="Arial"/>
                <a:sym typeface="Aria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1" name="Google Shape;51;p45"/>
          <p:cNvSpPr txBox="1"/>
          <p:nvPr>
            <p:ph idx="1" type="body"/>
          </p:nvPr>
        </p:nvSpPr>
        <p:spPr>
          <a:xfrm>
            <a:off x="439738" y="1540800"/>
            <a:ext cx="6940800" cy="4640400"/>
          </a:xfrm>
          <a:prstGeom prst="rect">
            <a:avLst/>
          </a:prstGeom>
          <a:noFill/>
          <a:ln>
            <a:noFill/>
          </a:ln>
        </p:spPr>
        <p:txBody>
          <a:bodyPr anchorCtr="0" anchor="t" bIns="45700" lIns="91425" spcFirstLastPara="1" rIns="91425" wrap="square" tIns="45700">
            <a:noAutofit/>
          </a:bodyPr>
          <a:lstStyle>
            <a:lvl1pPr indent="-355600" lvl="0" marL="457200" algn="l">
              <a:lnSpc>
                <a:spcPct val="90000"/>
              </a:lnSpc>
              <a:spcBef>
                <a:spcPts val="1000"/>
              </a:spcBef>
              <a:spcAft>
                <a:spcPts val="0"/>
              </a:spcAft>
              <a:buClr>
                <a:srgbClr val="595959"/>
              </a:buClr>
              <a:buSzPts val="2000"/>
              <a:buChar char="•"/>
              <a:defRPr>
                <a:latin typeface="Arial"/>
                <a:ea typeface="Arial"/>
                <a:cs typeface="Arial"/>
                <a:sym typeface="Arial"/>
              </a:defRPr>
            </a:lvl1pPr>
            <a:lvl2pPr indent="-342900" lvl="1" marL="914400" algn="l">
              <a:lnSpc>
                <a:spcPct val="90000"/>
              </a:lnSpc>
              <a:spcBef>
                <a:spcPts val="500"/>
              </a:spcBef>
              <a:spcAft>
                <a:spcPts val="0"/>
              </a:spcAft>
              <a:buClr>
                <a:srgbClr val="595959"/>
              </a:buClr>
              <a:buSzPts val="1800"/>
              <a:buChar char="•"/>
              <a:defRPr>
                <a:latin typeface="Arial"/>
                <a:ea typeface="Arial"/>
                <a:cs typeface="Arial"/>
                <a:sym typeface="Arial"/>
              </a:defRPr>
            </a:lvl2pPr>
            <a:lvl3pPr indent="-330200" lvl="2" marL="1371600" algn="l">
              <a:lnSpc>
                <a:spcPct val="90000"/>
              </a:lnSpc>
              <a:spcBef>
                <a:spcPts val="500"/>
              </a:spcBef>
              <a:spcAft>
                <a:spcPts val="0"/>
              </a:spcAft>
              <a:buClr>
                <a:srgbClr val="595959"/>
              </a:buClr>
              <a:buSzPts val="1600"/>
              <a:buChar char="•"/>
              <a:defRPr>
                <a:latin typeface="Arial"/>
                <a:ea typeface="Arial"/>
                <a:cs typeface="Arial"/>
                <a:sym typeface="Arial"/>
              </a:defRPr>
            </a:lvl3pPr>
            <a:lvl4pPr indent="-317500" lvl="3" marL="1828800" algn="l">
              <a:lnSpc>
                <a:spcPct val="90000"/>
              </a:lnSpc>
              <a:spcBef>
                <a:spcPts val="500"/>
              </a:spcBef>
              <a:spcAft>
                <a:spcPts val="0"/>
              </a:spcAft>
              <a:buClr>
                <a:srgbClr val="595959"/>
              </a:buClr>
              <a:buSzPts val="1400"/>
              <a:buChar char="•"/>
              <a:defRPr>
                <a:latin typeface="Arial"/>
                <a:ea typeface="Arial"/>
                <a:cs typeface="Arial"/>
                <a:sym typeface="Arial"/>
              </a:defRPr>
            </a:lvl4pPr>
            <a:lvl5pPr indent="-304800" lvl="4" marL="2286000" algn="l">
              <a:lnSpc>
                <a:spcPct val="90000"/>
              </a:lnSpc>
              <a:spcBef>
                <a:spcPts val="500"/>
              </a:spcBef>
              <a:spcAft>
                <a:spcPts val="0"/>
              </a:spcAft>
              <a:buClr>
                <a:srgbClr val="595959"/>
              </a:buClr>
              <a:buSzPts val="12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45"/>
          <p:cNvSpPr txBox="1"/>
          <p:nvPr>
            <p:ph idx="2" type="body"/>
          </p:nvPr>
        </p:nvSpPr>
        <p:spPr>
          <a:xfrm>
            <a:off x="439738" y="1130400"/>
            <a:ext cx="8264525" cy="30024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00B050"/>
              </a:buClr>
              <a:buSzPts val="2200"/>
              <a:buNone/>
              <a:defRPr b="0" sz="2200">
                <a:solidFill>
                  <a:srgbClr val="00B050"/>
                </a:solidFill>
                <a:latin typeface="Arial"/>
                <a:ea typeface="Arial"/>
                <a:cs typeface="Arial"/>
                <a:sym typeface="Arial"/>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45"/>
          <p:cNvSpPr txBox="1"/>
          <p:nvPr>
            <p:ph idx="11" type="ftr"/>
          </p:nvPr>
        </p:nvSpPr>
        <p:spPr>
          <a:xfrm>
            <a:off x="458788" y="6342063"/>
            <a:ext cx="5675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45"/>
          <p:cNvSpPr txBox="1"/>
          <p:nvPr>
            <p:ph idx="12" type="sldNum"/>
          </p:nvPr>
        </p:nvSpPr>
        <p:spPr>
          <a:xfrm>
            <a:off x="8391525" y="6356350"/>
            <a:ext cx="41116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46"/>
          <p:cNvSpPr txBox="1"/>
          <p:nvPr>
            <p:ph idx="11" type="ftr"/>
          </p:nvPr>
        </p:nvSpPr>
        <p:spPr>
          <a:xfrm>
            <a:off x="458788" y="6356350"/>
            <a:ext cx="5675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6"/>
          <p:cNvSpPr txBox="1"/>
          <p:nvPr>
            <p:ph idx="12" type="sldNum"/>
          </p:nvPr>
        </p:nvSpPr>
        <p:spPr>
          <a:xfrm>
            <a:off x="8391525" y="6356350"/>
            <a:ext cx="41116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439738" y="466725"/>
            <a:ext cx="8264525" cy="482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3200" u="none" cap="none" strike="noStrike">
                <a:solidFill>
                  <a:schemeClr val="dk2"/>
                </a:solidFill>
                <a:latin typeface="Arial"/>
                <a:ea typeface="Arial"/>
                <a:cs typeface="Arial"/>
                <a:sym typeface="Arial"/>
              </a:defRPr>
            </a:lvl1pPr>
            <a:lvl2pPr lvl="1" marR="0" rtl="0" algn="l">
              <a:lnSpc>
                <a:spcPct val="90000"/>
              </a:lnSpc>
              <a:spcBef>
                <a:spcPts val="0"/>
              </a:spcBef>
              <a:spcAft>
                <a:spcPts val="0"/>
              </a:spcAft>
              <a:buClr>
                <a:srgbClr val="000000"/>
              </a:buClr>
              <a:buSzPts val="1400"/>
              <a:buFont typeface="Arial"/>
              <a:buNone/>
              <a:defRPr b="0" i="0" sz="3200" u="none" cap="none" strike="noStrike">
                <a:solidFill>
                  <a:schemeClr val="dk2"/>
                </a:solidFill>
                <a:latin typeface="Arial"/>
                <a:ea typeface="Arial"/>
                <a:cs typeface="Arial"/>
                <a:sym typeface="Arial"/>
              </a:defRPr>
            </a:lvl2pPr>
            <a:lvl3pPr lvl="2" marR="0" rtl="0" algn="l">
              <a:lnSpc>
                <a:spcPct val="90000"/>
              </a:lnSpc>
              <a:spcBef>
                <a:spcPts val="0"/>
              </a:spcBef>
              <a:spcAft>
                <a:spcPts val="0"/>
              </a:spcAft>
              <a:buClr>
                <a:srgbClr val="000000"/>
              </a:buClr>
              <a:buSzPts val="1400"/>
              <a:buFont typeface="Arial"/>
              <a:buNone/>
              <a:defRPr b="0" i="0" sz="3200" u="none" cap="none" strike="noStrike">
                <a:solidFill>
                  <a:schemeClr val="dk2"/>
                </a:solidFill>
                <a:latin typeface="Arial"/>
                <a:ea typeface="Arial"/>
                <a:cs typeface="Arial"/>
                <a:sym typeface="Arial"/>
              </a:defRPr>
            </a:lvl3pPr>
            <a:lvl4pPr lvl="3" marR="0" rtl="0" algn="l">
              <a:lnSpc>
                <a:spcPct val="90000"/>
              </a:lnSpc>
              <a:spcBef>
                <a:spcPts val="0"/>
              </a:spcBef>
              <a:spcAft>
                <a:spcPts val="0"/>
              </a:spcAft>
              <a:buClr>
                <a:srgbClr val="000000"/>
              </a:buClr>
              <a:buSzPts val="1400"/>
              <a:buFont typeface="Arial"/>
              <a:buNone/>
              <a:defRPr b="0" i="0" sz="3200" u="none" cap="none" strike="noStrike">
                <a:solidFill>
                  <a:schemeClr val="dk2"/>
                </a:solidFill>
                <a:latin typeface="Arial"/>
                <a:ea typeface="Arial"/>
                <a:cs typeface="Arial"/>
                <a:sym typeface="Arial"/>
              </a:defRPr>
            </a:lvl4pPr>
            <a:lvl5pPr lvl="4" marR="0" rtl="0" algn="l">
              <a:lnSpc>
                <a:spcPct val="90000"/>
              </a:lnSpc>
              <a:spcBef>
                <a:spcPts val="0"/>
              </a:spcBef>
              <a:spcAft>
                <a:spcPts val="0"/>
              </a:spcAft>
              <a:buClr>
                <a:srgbClr val="000000"/>
              </a:buClr>
              <a:buSzPts val="1400"/>
              <a:buFont typeface="Arial"/>
              <a:buNone/>
              <a:defRPr b="0" i="0" sz="3200" u="none" cap="none" strike="noStrike">
                <a:solidFill>
                  <a:schemeClr val="dk2"/>
                </a:solidFill>
                <a:latin typeface="Arial"/>
                <a:ea typeface="Arial"/>
                <a:cs typeface="Arial"/>
                <a:sym typeface="Arial"/>
              </a:defRPr>
            </a:lvl5pPr>
            <a:lvl6pPr lvl="5"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1" name="Google Shape;11;p38"/>
          <p:cNvSpPr txBox="1"/>
          <p:nvPr>
            <p:ph idx="1" type="body"/>
          </p:nvPr>
        </p:nvSpPr>
        <p:spPr>
          <a:xfrm>
            <a:off x="439738" y="1539875"/>
            <a:ext cx="8264525" cy="4638675"/>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rgbClr val="595959"/>
              </a:buClr>
              <a:buSzPts val="2000"/>
              <a:buFont typeface="Arial"/>
              <a:buChar char="•"/>
              <a:defRPr b="0" i="0" sz="2000" u="none" cap="none" strike="noStrike">
                <a:solidFill>
                  <a:srgbClr val="595959"/>
                </a:solidFill>
                <a:latin typeface="Arial"/>
                <a:ea typeface="Arial"/>
                <a:cs typeface="Arial"/>
                <a:sym typeface="Arial"/>
              </a:defRPr>
            </a:lvl1pPr>
            <a:lvl2pPr indent="-342900" lvl="1" marL="914400" marR="0" rtl="0" algn="l">
              <a:lnSpc>
                <a:spcPct val="90000"/>
              </a:lnSpc>
              <a:spcBef>
                <a:spcPts val="500"/>
              </a:spcBef>
              <a:spcAft>
                <a:spcPts val="0"/>
              </a:spcAft>
              <a:buClr>
                <a:srgbClr val="595959"/>
              </a:buClr>
              <a:buSzPts val="1800"/>
              <a:buFont typeface="Arial"/>
              <a:buChar char="•"/>
              <a:defRPr b="0" i="0" sz="1800" u="none" cap="none" strike="noStrike">
                <a:solidFill>
                  <a:srgbClr val="595959"/>
                </a:solidFill>
                <a:latin typeface="Arial"/>
                <a:ea typeface="Arial"/>
                <a:cs typeface="Arial"/>
                <a:sym typeface="Arial"/>
              </a:defRPr>
            </a:lvl2pPr>
            <a:lvl3pPr indent="-330200" lvl="2" marL="1371600" marR="0" rtl="0" algn="l">
              <a:lnSpc>
                <a:spcPct val="90000"/>
              </a:lnSpc>
              <a:spcBef>
                <a:spcPts val="500"/>
              </a:spcBef>
              <a:spcAft>
                <a:spcPts val="0"/>
              </a:spcAft>
              <a:buClr>
                <a:srgbClr val="595959"/>
              </a:buClr>
              <a:buSzPts val="1600"/>
              <a:buFont typeface="Arial"/>
              <a:buChar char="•"/>
              <a:defRPr b="0" i="0" sz="1600" u="none" cap="none" strike="noStrike">
                <a:solidFill>
                  <a:srgbClr val="595959"/>
                </a:solidFill>
                <a:latin typeface="Arial"/>
                <a:ea typeface="Arial"/>
                <a:cs typeface="Arial"/>
                <a:sym typeface="Arial"/>
              </a:defRPr>
            </a:lvl3pPr>
            <a:lvl4pPr indent="-317500" lvl="3" marL="1828800" marR="0" rtl="0" algn="l">
              <a:lnSpc>
                <a:spcPct val="90000"/>
              </a:lnSpc>
              <a:spcBef>
                <a:spcPts val="500"/>
              </a:spcBef>
              <a:spcAft>
                <a:spcPts val="0"/>
              </a:spcAft>
              <a:buClr>
                <a:srgbClr val="595959"/>
              </a:buClr>
              <a:buSzPts val="1400"/>
              <a:buFont typeface="Arial"/>
              <a:buChar char="•"/>
              <a:defRPr b="0" i="0" sz="1400" u="none" cap="none" strike="noStrike">
                <a:solidFill>
                  <a:srgbClr val="595959"/>
                </a:solidFill>
                <a:latin typeface="Arial"/>
                <a:ea typeface="Arial"/>
                <a:cs typeface="Arial"/>
                <a:sym typeface="Arial"/>
              </a:defRPr>
            </a:lvl4pPr>
            <a:lvl5pPr indent="-304800" lvl="4" marL="2286000" marR="0" rtl="0" algn="l">
              <a:lnSpc>
                <a:spcPct val="90000"/>
              </a:lnSpc>
              <a:spcBef>
                <a:spcPts val="500"/>
              </a:spcBef>
              <a:spcAft>
                <a:spcPts val="0"/>
              </a:spcAft>
              <a:buClr>
                <a:srgbClr val="595959"/>
              </a:buClr>
              <a:buSzPts val="1200"/>
              <a:buFont typeface="Arial"/>
              <a:buChar char="•"/>
              <a:defRPr b="0" i="0" sz="1200" u="none" cap="none" strike="noStrike">
                <a:solidFill>
                  <a:srgbClr val="59595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8"/>
          <p:cNvSpPr txBox="1"/>
          <p:nvPr>
            <p:ph idx="11" type="ftr"/>
          </p:nvPr>
        </p:nvSpPr>
        <p:spPr>
          <a:xfrm>
            <a:off x="458788" y="6342063"/>
            <a:ext cx="567531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8"/>
          <p:cNvSpPr txBox="1"/>
          <p:nvPr>
            <p:ph idx="12" type="sldNum"/>
          </p:nvPr>
        </p:nvSpPr>
        <p:spPr>
          <a:xfrm>
            <a:off x="8391525" y="6356350"/>
            <a:ext cx="411163"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cxnSp>
        <p:nvCxnSpPr>
          <p:cNvPr id="14" name="Google Shape;14;p38"/>
          <p:cNvCxnSpPr/>
          <p:nvPr/>
        </p:nvCxnSpPr>
        <p:spPr>
          <a:xfrm>
            <a:off x="554038" y="6386513"/>
            <a:ext cx="8142287" cy="0"/>
          </a:xfrm>
          <a:prstGeom prst="straightConnector1">
            <a:avLst/>
          </a:prstGeom>
          <a:noFill/>
          <a:ln cap="flat" cmpd="sng" w="9525">
            <a:solidFill>
              <a:schemeClr val="accent1"/>
            </a:solidFill>
            <a:prstDash val="solid"/>
            <a:miter lim="8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comments" Target="../comments/commen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comments" Target="../comments/commen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
          <p:cNvSpPr txBox="1"/>
          <p:nvPr>
            <p:ph type="ctrTitle"/>
          </p:nvPr>
        </p:nvSpPr>
        <p:spPr>
          <a:xfrm>
            <a:off x="412750" y="1671275"/>
            <a:ext cx="8562300" cy="22026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SzPts val="1400"/>
              <a:buNone/>
            </a:pPr>
            <a:r>
              <a:rPr lang="en-GB">
                <a:latin typeface="Arial"/>
                <a:ea typeface="Arial"/>
                <a:cs typeface="Arial"/>
                <a:sym typeface="Arial"/>
              </a:rPr>
              <a:t>DDTS EUTD Programme: </a:t>
            </a:r>
            <a:br>
              <a:rPr lang="en-GB" sz="3200">
                <a:solidFill>
                  <a:srgbClr val="FF0000"/>
                </a:solidFill>
                <a:latin typeface="Arial"/>
                <a:ea typeface="Arial"/>
                <a:cs typeface="Arial"/>
                <a:sym typeface="Arial"/>
              </a:rPr>
            </a:br>
            <a:r>
              <a:rPr lang="en-GB" sz="2800"/>
              <a:t>[solution title]</a:t>
            </a:r>
            <a:endParaRPr sz="3200">
              <a:solidFill>
                <a:srgbClr val="FF0000"/>
              </a:solidFill>
              <a:latin typeface="Arial"/>
              <a:ea typeface="Arial"/>
              <a:cs typeface="Arial"/>
              <a:sym typeface="Arial"/>
            </a:endParaRPr>
          </a:p>
        </p:txBody>
      </p:sp>
      <p:sp>
        <p:nvSpPr>
          <p:cNvPr id="64" name="Google Shape;64;p1"/>
          <p:cNvSpPr txBox="1"/>
          <p:nvPr>
            <p:ph idx="1" type="subTitle"/>
          </p:nvPr>
        </p:nvSpPr>
        <p:spPr>
          <a:xfrm>
            <a:off x="412750" y="3921654"/>
            <a:ext cx="7840663" cy="98742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400"/>
              <a:buNone/>
            </a:pPr>
            <a:r>
              <a:rPr lang="en-GB">
                <a:latin typeface="Arial"/>
                <a:ea typeface="Arial"/>
                <a:cs typeface="Arial"/>
                <a:sym typeface="Arial"/>
              </a:rPr>
              <a:t>Version </a:t>
            </a:r>
            <a:r>
              <a:rPr lang="en-GB"/>
              <a:t>[version]</a:t>
            </a:r>
            <a:endParaRPr/>
          </a:p>
          <a:p>
            <a:pPr indent="0" lvl="0" marL="0" rtl="0" algn="l">
              <a:lnSpc>
                <a:spcPct val="90000"/>
              </a:lnSpc>
              <a:spcBef>
                <a:spcPts val="1000"/>
              </a:spcBef>
              <a:spcAft>
                <a:spcPts val="0"/>
              </a:spcAft>
              <a:buClr>
                <a:schemeClr val="lt1"/>
              </a:buClr>
              <a:buSzPts val="2400"/>
              <a:buNone/>
            </a:pPr>
            <a:r>
              <a:rPr lang="en-GB"/>
              <a:t>[date of publication]</a:t>
            </a:r>
            <a:endParaRPr/>
          </a:p>
          <a:p>
            <a:pPr indent="0" lvl="0" marL="0" rtl="0" algn="l">
              <a:lnSpc>
                <a:spcPct val="90000"/>
              </a:lnSpc>
              <a:spcBef>
                <a:spcPts val="1000"/>
              </a:spcBef>
              <a:spcAft>
                <a:spcPts val="0"/>
              </a:spcAft>
              <a:buClr>
                <a:schemeClr val="lt1"/>
              </a:buClr>
              <a:buSzPts val="2400"/>
              <a:buNone/>
            </a:pPr>
            <a:r>
              <a:t/>
            </a:r>
            <a:endParaRPr>
              <a:latin typeface="Arial"/>
              <a:ea typeface="Arial"/>
              <a:cs typeface="Arial"/>
              <a:sym typeface="Arial"/>
            </a:endParaRPr>
          </a:p>
        </p:txBody>
      </p:sp>
      <p:sp>
        <p:nvSpPr>
          <p:cNvPr id="65" name="Google Shape;65;p1"/>
          <p:cNvSpPr txBox="1"/>
          <p:nvPr/>
        </p:nvSpPr>
        <p:spPr>
          <a:xfrm>
            <a:off x="2786063" y="5421313"/>
            <a:ext cx="3319462"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400"/>
              <a:buFont typeface="Arial"/>
              <a:buNone/>
            </a:pPr>
            <a:r>
              <a:rPr b="1" i="0" lang="en-GB" sz="2400" u="none" cap="none" strike="noStrike">
                <a:solidFill>
                  <a:srgbClr val="FF0000"/>
                </a:solidFill>
                <a:latin typeface="Calibri"/>
                <a:ea typeface="Calibri"/>
                <a:cs typeface="Calibri"/>
                <a:sym typeface="Calibri"/>
              </a:rPr>
              <a:t>OFFICIAL - SENSITIVE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txBox="1"/>
          <p:nvPr>
            <p:ph type="title"/>
          </p:nvPr>
        </p:nvSpPr>
        <p:spPr>
          <a:xfrm>
            <a:off x="439738" y="152821"/>
            <a:ext cx="8264400" cy="3795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Contents of Solution Overview</a:t>
            </a:r>
            <a:endParaRPr/>
          </a:p>
        </p:txBody>
      </p:sp>
      <p:sp>
        <p:nvSpPr>
          <p:cNvPr id="72" name="Google Shape;72;p2"/>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050"/>
              </a:buClr>
              <a:buSzPts val="1000"/>
              <a:buFont typeface="Arial"/>
              <a:buNone/>
            </a:pPr>
            <a:fld id="{00000000-1234-1234-1234-123412341234}" type="slidenum">
              <a:rPr b="0" i="0" lang="en-GB" sz="1000" u="none" cap="none" strike="noStrike">
                <a:solidFill>
                  <a:srgbClr val="00B050"/>
                </a:solidFill>
                <a:latin typeface="Arial"/>
                <a:ea typeface="Arial"/>
                <a:cs typeface="Arial"/>
                <a:sym typeface="Arial"/>
              </a:rPr>
              <a:t>‹#›</a:t>
            </a:fld>
            <a:endParaRPr b="0" i="0" sz="1000" u="none" cap="none" strike="noStrike">
              <a:solidFill>
                <a:srgbClr val="00B050"/>
              </a:solidFill>
              <a:latin typeface="Arial"/>
              <a:ea typeface="Arial"/>
              <a:cs typeface="Arial"/>
              <a:sym typeface="Arial"/>
            </a:endParaRPr>
          </a:p>
        </p:txBody>
      </p:sp>
      <p:sp>
        <p:nvSpPr>
          <p:cNvPr id="73" name="Google Shape;73;p2"/>
          <p:cNvSpPr/>
          <p:nvPr/>
        </p:nvSpPr>
        <p:spPr>
          <a:xfrm>
            <a:off x="490471" y="594485"/>
            <a:ext cx="7111200" cy="46473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3F3F3F"/>
              </a:buClr>
              <a:buSzPts val="1600"/>
              <a:buFont typeface="Calibri"/>
              <a:buAutoNum type="arabicPeriod"/>
            </a:pPr>
            <a:r>
              <a:rPr b="0" i="0" lang="en-GB" sz="1600" u="none" cap="none" strike="noStrike">
                <a:solidFill>
                  <a:srgbClr val="3F3F3F"/>
                </a:solidFill>
                <a:latin typeface="Calibri"/>
                <a:ea typeface="Calibri"/>
                <a:cs typeface="Calibri"/>
                <a:sym typeface="Calibri"/>
              </a:rPr>
              <a:t>About this Document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3F3F3F"/>
              </a:buClr>
              <a:buSzPts val="1600"/>
              <a:buFont typeface="Calibri"/>
              <a:buAutoNum type="arabicPeriod"/>
            </a:pPr>
            <a:r>
              <a:rPr b="0" i="0" lang="en-GB" sz="1600" u="none" cap="none" strike="noStrike">
                <a:solidFill>
                  <a:srgbClr val="3F3F3F"/>
                </a:solidFill>
                <a:latin typeface="Calibri"/>
                <a:ea typeface="Calibri"/>
                <a:cs typeface="Calibri"/>
                <a:sym typeface="Calibri"/>
              </a:rPr>
              <a:t>Version Control</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3F3F3F"/>
              </a:buClr>
              <a:buSzPts val="1600"/>
              <a:buFont typeface="Calibri"/>
              <a:buAutoNum type="arabicPeriod"/>
            </a:pPr>
            <a:r>
              <a:rPr b="0" i="0" lang="en-GB" sz="1600" u="none" cap="none" strike="noStrike">
                <a:solidFill>
                  <a:srgbClr val="3F3F3F"/>
                </a:solidFill>
                <a:latin typeface="Calibri"/>
                <a:ea typeface="Calibri"/>
                <a:cs typeface="Calibri"/>
                <a:sym typeface="Calibri"/>
              </a:rPr>
              <a:t>Solution Description</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400"/>
              <a:buFont typeface="Arial"/>
              <a:buNone/>
            </a:pPr>
            <a:r>
              <a:rPr b="0" i="0" lang="en-GB" sz="1400" u="none" cap="none" strike="noStrike">
                <a:solidFill>
                  <a:srgbClr val="3F3F3F"/>
                </a:solidFill>
                <a:latin typeface="Calibri"/>
                <a:ea typeface="Calibri"/>
                <a:cs typeface="Calibri"/>
                <a:sym typeface="Calibri"/>
              </a:rPr>
              <a:t>3.1	Summary and Scope</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400"/>
              <a:buFont typeface="Arial"/>
              <a:buNone/>
            </a:pPr>
            <a:r>
              <a:rPr b="0" i="0" lang="en-GB" sz="1400" u="none" cap="none" strike="noStrike">
                <a:solidFill>
                  <a:srgbClr val="3F3F3F"/>
                </a:solidFill>
                <a:latin typeface="Calibri"/>
                <a:ea typeface="Calibri"/>
                <a:cs typeface="Calibri"/>
                <a:sym typeface="Calibri"/>
              </a:rPr>
              <a:t>3.2	Goals, Principles, Objectives, Constraints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400"/>
              <a:buFont typeface="Arial"/>
              <a:buNone/>
            </a:pPr>
            <a:r>
              <a:rPr b="0" i="0" lang="en-GB" sz="1400" u="none" cap="none" strike="noStrike">
                <a:solidFill>
                  <a:srgbClr val="3F3F3F"/>
                </a:solidFill>
                <a:latin typeface="Calibri"/>
                <a:ea typeface="Calibri"/>
                <a:cs typeface="Calibri"/>
                <a:sym typeface="Calibri"/>
              </a:rPr>
              <a:t>3.3	Requirements Summary</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400"/>
              <a:buFont typeface="Arial"/>
              <a:buNone/>
            </a:pPr>
            <a:r>
              <a:rPr b="0" i="0" lang="en-GB" sz="1400" u="none" cap="none" strike="noStrike">
                <a:solidFill>
                  <a:srgbClr val="3F3F3F"/>
                </a:solidFill>
                <a:latin typeface="Calibri"/>
                <a:ea typeface="Calibri"/>
                <a:cs typeface="Calibri"/>
                <a:sym typeface="Calibri"/>
              </a:rPr>
              <a:t>3.4	Security Summary</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400"/>
              <a:buFont typeface="Arial"/>
              <a:buNone/>
            </a:pPr>
            <a:r>
              <a:rPr b="0" i="0" lang="en-GB" sz="1400" u="none" cap="none" strike="noStrike">
                <a:solidFill>
                  <a:srgbClr val="3F3F3F"/>
                </a:solidFill>
                <a:latin typeface="Calibri"/>
                <a:ea typeface="Calibri"/>
                <a:cs typeface="Calibri"/>
                <a:sym typeface="Calibri"/>
              </a:rPr>
              <a:t>3.5	Current AS-IS Solution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3F3F3F"/>
              </a:buClr>
              <a:buSzPts val="1600"/>
              <a:buFont typeface="Calibri"/>
              <a:buAutoNum type="arabicPeriod"/>
            </a:pPr>
            <a:r>
              <a:rPr b="0" i="0" lang="en-GB" sz="1600" u="none" cap="none" strike="noStrike">
                <a:solidFill>
                  <a:srgbClr val="3F3F3F"/>
                </a:solidFill>
                <a:latin typeface="Calibri"/>
                <a:ea typeface="Calibri"/>
                <a:cs typeface="Calibri"/>
                <a:sym typeface="Calibri"/>
              </a:rPr>
              <a:t>Solution Architecture</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400"/>
              <a:buFont typeface="Arial"/>
              <a:buNone/>
            </a:pPr>
            <a:r>
              <a:rPr b="0" i="0" lang="en-GB" sz="1400" u="none" cap="none" strike="noStrike">
                <a:solidFill>
                  <a:srgbClr val="3F3F3F"/>
                </a:solidFill>
                <a:latin typeface="Calibri"/>
                <a:ea typeface="Calibri"/>
                <a:cs typeface="Calibri"/>
                <a:sym typeface="Calibri"/>
              </a:rPr>
              <a:t>4.1	Context Model</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400"/>
              <a:buFont typeface="Arial"/>
              <a:buNone/>
            </a:pPr>
            <a:r>
              <a:rPr b="0" i="0" lang="en-GB" sz="1400" u="none" cap="none" strike="noStrike">
                <a:solidFill>
                  <a:srgbClr val="3F3F3F"/>
                </a:solidFill>
                <a:latin typeface="Calibri"/>
                <a:ea typeface="Calibri"/>
                <a:cs typeface="Calibri"/>
                <a:sym typeface="Calibri"/>
              </a:rPr>
              <a:t>4.2	Business Architecture</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400"/>
              <a:buFont typeface="Arial"/>
              <a:buNone/>
            </a:pPr>
            <a:r>
              <a:rPr b="0" i="0" lang="en-GB" sz="1400" u="none" cap="none" strike="noStrike">
                <a:solidFill>
                  <a:srgbClr val="3F3F3F"/>
                </a:solidFill>
                <a:latin typeface="Calibri"/>
                <a:ea typeface="Calibri"/>
                <a:cs typeface="Calibri"/>
                <a:sym typeface="Calibri"/>
              </a:rPr>
              <a:t>4.3	Application Architecture</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400"/>
              <a:buFont typeface="Arial"/>
              <a:buNone/>
            </a:pPr>
            <a:r>
              <a:rPr b="0" i="0" lang="en-GB" sz="1400" u="none" cap="none" strike="noStrike">
                <a:solidFill>
                  <a:srgbClr val="3F3F3F"/>
                </a:solidFill>
                <a:latin typeface="Calibri"/>
                <a:ea typeface="Calibri"/>
                <a:cs typeface="Calibri"/>
                <a:sym typeface="Calibri"/>
              </a:rPr>
              <a:t>4.4	Integration Architecture</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400"/>
              <a:buFont typeface="Arial"/>
              <a:buNone/>
            </a:pPr>
            <a:r>
              <a:rPr b="0" i="0" lang="en-GB" sz="1400" u="none" cap="none" strike="noStrike">
                <a:solidFill>
                  <a:srgbClr val="3F3F3F"/>
                </a:solidFill>
                <a:latin typeface="Calibri"/>
                <a:ea typeface="Calibri"/>
                <a:cs typeface="Calibri"/>
                <a:sym typeface="Calibri"/>
              </a:rPr>
              <a:t>4.5	Security Architecture</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400"/>
              <a:buFont typeface="Arial"/>
              <a:buNone/>
            </a:pPr>
            <a:r>
              <a:rPr b="0" i="0" lang="en-GB" sz="1400" u="none" cap="none" strike="noStrike">
                <a:solidFill>
                  <a:srgbClr val="3F3F3F"/>
                </a:solidFill>
                <a:latin typeface="Calibri"/>
                <a:ea typeface="Calibri"/>
                <a:cs typeface="Calibri"/>
                <a:sym typeface="Calibri"/>
              </a:rPr>
              <a:t>4.6	Deployment Architecture</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3F3F3F"/>
              </a:buClr>
              <a:buSzPts val="1600"/>
              <a:buFont typeface="Calibri"/>
              <a:buAutoNum type="arabicPeriod"/>
            </a:pPr>
            <a:r>
              <a:rPr b="0" i="0" lang="en-GB" sz="1600" u="none" cap="none" strike="noStrike">
                <a:solidFill>
                  <a:srgbClr val="3F3F3F"/>
                </a:solidFill>
                <a:latin typeface="Calibri"/>
                <a:ea typeface="Calibri"/>
                <a:cs typeface="Calibri"/>
                <a:sym typeface="Calibri"/>
              </a:rPr>
              <a:t>Patterns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400"/>
              <a:buFont typeface="Arial"/>
              <a:buNone/>
            </a:pPr>
            <a:r>
              <a:rPr b="0" i="0" lang="en-GB" sz="1400" u="none" cap="none" strike="noStrike">
                <a:solidFill>
                  <a:srgbClr val="3F3F3F"/>
                </a:solidFill>
                <a:latin typeface="Calibri"/>
                <a:ea typeface="Calibri"/>
                <a:cs typeface="Calibri"/>
                <a:sym typeface="Calibri"/>
              </a:rPr>
              <a:t>5.1 	Patterns Consumed</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3F3F3F"/>
              </a:buClr>
              <a:buSzPts val="1600"/>
              <a:buFont typeface="Calibri"/>
              <a:buAutoNum type="arabicPeriod"/>
            </a:pPr>
            <a:r>
              <a:rPr b="0" i="0" lang="en-GB" sz="1600" u="none" cap="none" strike="noStrike">
                <a:solidFill>
                  <a:srgbClr val="3F3F3F"/>
                </a:solidFill>
                <a:latin typeface="Calibri"/>
                <a:ea typeface="Calibri"/>
                <a:cs typeface="Calibri"/>
                <a:sym typeface="Calibri"/>
              </a:rPr>
              <a:t>Cutover, Conversion and Fall-back</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3F3F3F"/>
              </a:buClr>
              <a:buSzPts val="1600"/>
              <a:buFont typeface="Calibri"/>
              <a:buAutoNum type="arabicPeriod"/>
            </a:pPr>
            <a:r>
              <a:rPr b="0" i="0" lang="en-GB" sz="1600" u="none" cap="none" strike="noStrike">
                <a:solidFill>
                  <a:srgbClr val="3F3F3F"/>
                </a:solidFill>
                <a:latin typeface="Calibri"/>
                <a:ea typeface="Calibri"/>
                <a:cs typeface="Calibri"/>
                <a:sym typeface="Calibri"/>
              </a:rPr>
              <a:t>Architectural Dependencies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3F3F3F"/>
              </a:buClr>
              <a:buSzPts val="1600"/>
              <a:buFont typeface="Calibri"/>
              <a:buAutoNum type="arabicPeriod"/>
            </a:pPr>
            <a:r>
              <a:rPr b="0" i="0" lang="en-GB" sz="1600" u="none" cap="none" strike="noStrike">
                <a:solidFill>
                  <a:srgbClr val="3F3F3F"/>
                </a:solidFill>
                <a:latin typeface="Calibri"/>
                <a:ea typeface="Calibri"/>
                <a:cs typeface="Calibri"/>
                <a:sym typeface="Calibri"/>
              </a:rPr>
              <a:t>Glossary</a:t>
            </a:r>
            <a:endParaRPr b="0" i="0" sz="1600" u="none" cap="none" strike="noStrike">
              <a:solidFill>
                <a:srgbClr val="3F3F3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F3F3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3F3F3F"/>
                </a:solidFill>
                <a:latin typeface="Calibri"/>
                <a:ea typeface="Calibri"/>
                <a:cs typeface="Calibri"/>
                <a:sym typeface="Calibri"/>
              </a:rPr>
              <a:t>Appendix</a:t>
            </a:r>
            <a:endParaRPr b="0" i="0" sz="1600" u="none" cap="none" strike="noStrike">
              <a:solidFill>
                <a:srgbClr val="3F3F3F"/>
              </a:solidFill>
              <a:latin typeface="Calibri"/>
              <a:ea typeface="Calibri"/>
              <a:cs typeface="Calibri"/>
              <a:sym typeface="Calibri"/>
            </a:endParaRPr>
          </a:p>
        </p:txBody>
      </p:sp>
      <p:sp>
        <p:nvSpPr>
          <p:cNvPr id="74" name="Google Shape;74;p2"/>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3"/>
          <p:cNvSpPr txBox="1"/>
          <p:nvPr>
            <p:ph type="title"/>
          </p:nvPr>
        </p:nvSpPr>
        <p:spPr>
          <a:xfrm>
            <a:off x="439738" y="139174"/>
            <a:ext cx="82644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1. About this Document</a:t>
            </a:r>
            <a:endParaRPr/>
          </a:p>
        </p:txBody>
      </p:sp>
      <p:sp>
        <p:nvSpPr>
          <p:cNvPr id="81" name="Google Shape;81;p3"/>
          <p:cNvSpPr txBox="1"/>
          <p:nvPr>
            <p:ph idx="1" type="body"/>
          </p:nvPr>
        </p:nvSpPr>
        <p:spPr>
          <a:xfrm>
            <a:off x="439737" y="653128"/>
            <a:ext cx="8264400" cy="43146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3F3F3F"/>
              </a:buClr>
              <a:buSzPts val="1400"/>
              <a:buChar char="•"/>
            </a:pPr>
            <a:r>
              <a:rPr lang="en-GB" sz="1400">
                <a:solidFill>
                  <a:srgbClr val="3F3F3F"/>
                </a:solidFill>
                <a:latin typeface="Calibri"/>
                <a:ea typeface="Calibri"/>
                <a:cs typeface="Calibri"/>
                <a:sym typeface="Calibri"/>
              </a:rPr>
              <a:t>The Solution Overview (SO) consolidates key architectural artefacts created during initial stages of the project and for important related information. </a:t>
            </a:r>
            <a:endParaRPr/>
          </a:p>
          <a:p>
            <a:pPr indent="-228600" lvl="0" marL="228600" rtl="0" algn="l">
              <a:lnSpc>
                <a:spcPct val="90000"/>
              </a:lnSpc>
              <a:spcBef>
                <a:spcPts val="1000"/>
              </a:spcBef>
              <a:spcAft>
                <a:spcPts val="0"/>
              </a:spcAft>
              <a:buClr>
                <a:srgbClr val="3F3F3F"/>
              </a:buClr>
              <a:buSzPts val="1400"/>
              <a:buChar char="•"/>
            </a:pPr>
            <a:r>
              <a:rPr lang="en-GB" sz="1400">
                <a:solidFill>
                  <a:srgbClr val="3F3F3F"/>
                </a:solidFill>
                <a:latin typeface="Calibri"/>
                <a:ea typeface="Calibri"/>
                <a:cs typeface="Calibri"/>
                <a:sym typeface="Calibri"/>
              </a:rPr>
              <a:t>This SO spans all architecture domains (business, data, application, integration and technology), focusing primarily on the Contingency and Initial Operating Capability (IOC) states.</a:t>
            </a:r>
            <a:endParaRPr/>
          </a:p>
          <a:p>
            <a:pPr indent="-228600" lvl="0" marL="228600" rtl="0" algn="l">
              <a:lnSpc>
                <a:spcPct val="90000"/>
              </a:lnSpc>
              <a:spcBef>
                <a:spcPts val="1000"/>
              </a:spcBef>
              <a:spcAft>
                <a:spcPts val="0"/>
              </a:spcAft>
              <a:buClr>
                <a:srgbClr val="3F3F3F"/>
              </a:buClr>
              <a:buSzPts val="1400"/>
              <a:buChar char="•"/>
            </a:pPr>
            <a:r>
              <a:rPr lang="en-GB" sz="1400">
                <a:solidFill>
                  <a:srgbClr val="3F3F3F"/>
                </a:solidFill>
                <a:latin typeface="Calibri"/>
                <a:ea typeface="Calibri"/>
                <a:cs typeface="Calibri"/>
                <a:sym typeface="Calibri"/>
              </a:rPr>
              <a:t>This SO will be reviewed by key stakeholders and approved by the EUTD Chief Architect, or designated deputies if appropriate.</a:t>
            </a:r>
            <a:endParaRPr/>
          </a:p>
          <a:p>
            <a:pPr indent="-228600" lvl="0" marL="228600" rtl="0" algn="l">
              <a:lnSpc>
                <a:spcPct val="90000"/>
              </a:lnSpc>
              <a:spcBef>
                <a:spcPts val="1000"/>
              </a:spcBef>
              <a:spcAft>
                <a:spcPts val="0"/>
              </a:spcAft>
              <a:buClr>
                <a:srgbClr val="3F3F3F"/>
              </a:buClr>
              <a:buSzPts val="1400"/>
              <a:buChar char="•"/>
            </a:pPr>
            <a:r>
              <a:rPr lang="en-GB" sz="1400">
                <a:solidFill>
                  <a:srgbClr val="3F3F3F"/>
                </a:solidFill>
                <a:latin typeface="Calibri"/>
                <a:ea typeface="Calibri"/>
                <a:cs typeface="Calibri"/>
                <a:sym typeface="Calibri"/>
              </a:rPr>
              <a:t>The architecture models will be supplemented and complemented with an appropriate level of narrative description.</a:t>
            </a:r>
            <a:endParaRPr/>
          </a:p>
          <a:p>
            <a:pPr indent="-139700" lvl="0" marL="228600" rtl="0" algn="l">
              <a:lnSpc>
                <a:spcPct val="90000"/>
              </a:lnSpc>
              <a:spcBef>
                <a:spcPts val="1000"/>
              </a:spcBef>
              <a:spcAft>
                <a:spcPts val="0"/>
              </a:spcAft>
              <a:buClr>
                <a:srgbClr val="595959"/>
              </a:buClr>
              <a:buSzPts val="1400"/>
              <a:buNone/>
            </a:pPr>
            <a:r>
              <a:t/>
            </a:r>
            <a:endParaRPr sz="1400">
              <a:solidFill>
                <a:srgbClr val="FF0000"/>
              </a:solidFill>
            </a:endParaRPr>
          </a:p>
          <a:p>
            <a:pPr indent="-139700" lvl="0" marL="228600" rtl="0" algn="l">
              <a:lnSpc>
                <a:spcPct val="90000"/>
              </a:lnSpc>
              <a:spcBef>
                <a:spcPts val="1000"/>
              </a:spcBef>
              <a:spcAft>
                <a:spcPts val="0"/>
              </a:spcAft>
              <a:buClr>
                <a:srgbClr val="595959"/>
              </a:buClr>
              <a:buSzPts val="1400"/>
              <a:buNone/>
            </a:pPr>
            <a:r>
              <a:t/>
            </a:r>
            <a:endParaRPr sz="1400">
              <a:solidFill>
                <a:srgbClr val="FF0000"/>
              </a:solidFill>
            </a:endParaRPr>
          </a:p>
        </p:txBody>
      </p:sp>
      <p:sp>
        <p:nvSpPr>
          <p:cNvPr id="82" name="Google Shape;82;p3"/>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050"/>
              </a:buClr>
              <a:buSzPts val="1000"/>
              <a:buFont typeface="Arial"/>
              <a:buNone/>
            </a:pPr>
            <a:fld id="{00000000-1234-1234-1234-123412341234}" type="slidenum">
              <a:rPr b="0" i="0" lang="en-GB" sz="1000" u="none" cap="none" strike="noStrike">
                <a:solidFill>
                  <a:srgbClr val="00B050"/>
                </a:solidFill>
                <a:latin typeface="Arial"/>
                <a:ea typeface="Arial"/>
                <a:cs typeface="Arial"/>
                <a:sym typeface="Arial"/>
              </a:rPr>
              <a:t>‹#›</a:t>
            </a:fld>
            <a:endParaRPr b="0" i="0" sz="1000" u="none" cap="none" strike="noStrike">
              <a:solidFill>
                <a:srgbClr val="00B050"/>
              </a:solidFill>
              <a:latin typeface="Arial"/>
              <a:ea typeface="Arial"/>
              <a:cs typeface="Arial"/>
              <a:sym typeface="Arial"/>
            </a:endParaRPr>
          </a:p>
        </p:txBody>
      </p:sp>
      <p:sp>
        <p:nvSpPr>
          <p:cNvPr id="83" name="Google Shape;83;p3"/>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4"/>
          <p:cNvSpPr txBox="1"/>
          <p:nvPr>
            <p:ph type="title"/>
          </p:nvPr>
        </p:nvSpPr>
        <p:spPr>
          <a:xfrm>
            <a:off x="439738" y="139175"/>
            <a:ext cx="8264400" cy="488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2. Version Control </a:t>
            </a:r>
            <a:endParaRPr/>
          </a:p>
        </p:txBody>
      </p:sp>
      <p:sp>
        <p:nvSpPr>
          <p:cNvPr id="90" name="Google Shape;90;p4"/>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050"/>
              </a:buClr>
              <a:buSzPts val="1000"/>
              <a:buFont typeface="Arial"/>
              <a:buNone/>
            </a:pPr>
            <a:fld id="{00000000-1234-1234-1234-123412341234}" type="slidenum">
              <a:rPr b="0" i="0" lang="en-GB" sz="1000" u="none" cap="none" strike="noStrike">
                <a:solidFill>
                  <a:srgbClr val="00B050"/>
                </a:solidFill>
                <a:latin typeface="Arial"/>
                <a:ea typeface="Arial"/>
                <a:cs typeface="Arial"/>
                <a:sym typeface="Arial"/>
              </a:rPr>
              <a:t>‹#›</a:t>
            </a:fld>
            <a:endParaRPr b="0" i="0" sz="1000" u="none" cap="none" strike="noStrike">
              <a:solidFill>
                <a:srgbClr val="00B050"/>
              </a:solidFill>
              <a:latin typeface="Arial"/>
              <a:ea typeface="Arial"/>
              <a:cs typeface="Arial"/>
              <a:sym typeface="Arial"/>
            </a:endParaRPr>
          </a:p>
        </p:txBody>
      </p:sp>
      <p:graphicFrame>
        <p:nvGraphicFramePr>
          <p:cNvPr id="91" name="Google Shape;91;p4"/>
          <p:cNvGraphicFramePr/>
          <p:nvPr/>
        </p:nvGraphicFramePr>
        <p:xfrm>
          <a:off x="566574" y="819394"/>
          <a:ext cx="3000000" cy="3000000"/>
        </p:xfrm>
        <a:graphic>
          <a:graphicData uri="http://schemas.openxmlformats.org/drawingml/2006/table">
            <a:tbl>
              <a:tblPr bandCol="1" bandRow="1" firstRow="1">
                <a:noFill/>
                <a:tableStyleId>{48A9D249-7CEE-4514-8559-19A8B811B958}</a:tableStyleId>
              </a:tblPr>
              <a:tblGrid>
                <a:gridCol w="716325"/>
                <a:gridCol w="1064525"/>
                <a:gridCol w="3742025"/>
                <a:gridCol w="1127050"/>
                <a:gridCol w="1470925"/>
              </a:tblGrid>
              <a:tr h="241275">
                <a:tc>
                  <a:txBody>
                    <a:bodyPr/>
                    <a:lstStyle/>
                    <a:p>
                      <a:pPr indent="0" lvl="0" marL="0" marR="0" rtl="0" algn="l">
                        <a:lnSpc>
                          <a:spcPct val="100000"/>
                        </a:lnSpc>
                        <a:spcBef>
                          <a:spcPts val="0"/>
                        </a:spcBef>
                        <a:spcAft>
                          <a:spcPts val="0"/>
                        </a:spcAft>
                        <a:buClr>
                          <a:srgbClr val="000000"/>
                        </a:buClr>
                        <a:buSzPts val="1200"/>
                        <a:buFont typeface="Arial"/>
                        <a:buNone/>
                      </a:pPr>
                      <a:r>
                        <a:rPr lang="en-GB" sz="1200" u="none" cap="none" strike="noStrike">
                          <a:latin typeface="Calibri"/>
                          <a:ea typeface="Calibri"/>
                          <a:cs typeface="Calibri"/>
                          <a:sym typeface="Calibri"/>
                        </a:rPr>
                        <a:t>Version</a:t>
                      </a:r>
                      <a:endParaRPr sz="1200" u="none" cap="none" strike="noStrike">
                        <a:latin typeface="Calibri"/>
                        <a:ea typeface="Calibri"/>
                        <a:cs typeface="Calibri"/>
                        <a:sym typeface="Calibri"/>
                      </a:endParaRPr>
                    </a:p>
                  </a:txBody>
                  <a:tcPr marT="45725" marB="457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GB" sz="1200" u="none" cap="none" strike="noStrike">
                          <a:latin typeface="Calibri"/>
                          <a:ea typeface="Calibri"/>
                          <a:cs typeface="Calibri"/>
                          <a:sym typeface="Calibri"/>
                        </a:rPr>
                        <a:t>Date</a:t>
                      </a:r>
                      <a:endParaRPr sz="1200" u="none" cap="none" strike="noStrike">
                        <a:latin typeface="Calibri"/>
                        <a:ea typeface="Calibri"/>
                        <a:cs typeface="Calibri"/>
                        <a:sym typeface="Calibri"/>
                      </a:endParaRPr>
                    </a:p>
                  </a:txBody>
                  <a:tcPr marT="45725" marB="457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GB" sz="1200" u="none" cap="none" strike="noStrike">
                          <a:latin typeface="Calibri"/>
                          <a:ea typeface="Calibri"/>
                          <a:cs typeface="Calibri"/>
                          <a:sym typeface="Calibri"/>
                        </a:rPr>
                        <a:t>Description</a:t>
                      </a:r>
                      <a:endParaRPr sz="1200" u="none" cap="none" strike="noStrike">
                        <a:latin typeface="Calibri"/>
                        <a:ea typeface="Calibri"/>
                        <a:cs typeface="Calibri"/>
                        <a:sym typeface="Calibri"/>
                      </a:endParaRPr>
                    </a:p>
                  </a:txBody>
                  <a:tcPr marT="45725" marB="457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GB" sz="1200" u="none" cap="none" strike="noStrike">
                          <a:latin typeface="Calibri"/>
                          <a:ea typeface="Calibri"/>
                          <a:cs typeface="Calibri"/>
                          <a:sym typeface="Calibri"/>
                        </a:rPr>
                        <a:t>Owner</a:t>
                      </a:r>
                      <a:endParaRPr sz="1200" u="none" cap="none" strike="noStrike">
                        <a:latin typeface="Calibri"/>
                        <a:ea typeface="Calibri"/>
                        <a:cs typeface="Calibri"/>
                        <a:sym typeface="Calibri"/>
                      </a:endParaRPr>
                    </a:p>
                  </a:txBody>
                  <a:tcPr marT="45725" marB="457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GB" sz="1200" u="none" cap="none" strike="noStrike">
                          <a:latin typeface="Calibri"/>
                          <a:ea typeface="Calibri"/>
                          <a:cs typeface="Calibri"/>
                          <a:sym typeface="Calibri"/>
                        </a:rPr>
                        <a:t>Reviewer(s) </a:t>
                      </a:r>
                      <a:endParaRPr sz="1200" u="none" cap="none" strike="noStrike">
                        <a:latin typeface="Calibri"/>
                        <a:ea typeface="Calibri"/>
                        <a:cs typeface="Calibri"/>
                        <a:sym typeface="Calibri"/>
                      </a:endParaRPr>
                    </a:p>
                  </a:txBody>
                  <a:tcPr marT="45725" marB="45725" marR="91425" marL="91425"/>
                </a:tc>
              </a:tr>
              <a:tr h="241275">
                <a:tc>
                  <a:txBody>
                    <a:bodyPr/>
                    <a:lstStyle/>
                    <a:p>
                      <a:pPr indent="0" lvl="0" marL="0" marR="0" rtl="0" algn="l">
                        <a:lnSpc>
                          <a:spcPct val="100000"/>
                        </a:lnSpc>
                        <a:spcBef>
                          <a:spcPts val="0"/>
                        </a:spcBef>
                        <a:spcAft>
                          <a:spcPts val="0"/>
                        </a:spcAft>
                        <a:buClr>
                          <a:schemeClr val="dk1"/>
                        </a:buClr>
                        <a:buSzPts val="1200"/>
                        <a:buFont typeface="Calibri"/>
                        <a:buNone/>
                      </a:pPr>
                      <a:r>
                        <a:rPr lang="en-GB" sz="1200" u="none" cap="none" strike="noStrike">
                          <a:latin typeface="Calibri"/>
                          <a:ea typeface="Calibri"/>
                          <a:cs typeface="Calibri"/>
                          <a:sym typeface="Calibri"/>
                        </a:rPr>
                        <a:t>0.1</a:t>
                      </a:r>
                      <a:endParaRPr sz="1200" u="none" cap="none" strike="noStrike">
                        <a:latin typeface="Calibri"/>
                        <a:ea typeface="Calibri"/>
                        <a:cs typeface="Calibri"/>
                        <a:sym typeface="Calibri"/>
                      </a:endParaRPr>
                    </a:p>
                  </a:txBody>
                  <a:tcPr marT="45725" marB="457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GB" sz="1200"/>
                        <a:t>[date]</a:t>
                      </a:r>
                      <a:endParaRPr sz="1400" u="none" cap="none" strike="noStrike"/>
                    </a:p>
                  </a:txBody>
                  <a:tcPr marT="45725" marB="457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GB" sz="1200" u="none" cap="none" strike="noStrike">
                          <a:latin typeface="Calibri"/>
                          <a:ea typeface="Calibri"/>
                          <a:cs typeface="Calibri"/>
                          <a:sym typeface="Calibri"/>
                        </a:rPr>
                        <a:t>Initial Version</a:t>
                      </a:r>
                      <a:endParaRPr sz="1400" u="none" cap="none" strike="noStrike"/>
                    </a:p>
                  </a:txBody>
                  <a:tcPr marT="45725" marB="457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GB" sz="1200"/>
                        <a:t>[author]</a:t>
                      </a:r>
                      <a:endParaRPr sz="1400" u="none" cap="none" strike="noStrike"/>
                    </a:p>
                  </a:txBody>
                  <a:tcPr marT="45725" marB="457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GB" sz="1200"/>
                        <a:t>[reviewers]</a:t>
                      </a:r>
                      <a:endParaRPr sz="1200" u="none" cap="none" strike="noStrike">
                        <a:latin typeface="Calibri"/>
                        <a:ea typeface="Calibri"/>
                        <a:cs typeface="Calibri"/>
                        <a:sym typeface="Calibri"/>
                      </a:endParaRPr>
                    </a:p>
                  </a:txBody>
                  <a:tcPr marT="45725" marB="45725" marR="91425" marL="91425"/>
                </a:tc>
              </a:tr>
            </a:tbl>
          </a:graphicData>
        </a:graphic>
      </p:graphicFrame>
      <p:sp>
        <p:nvSpPr>
          <p:cNvPr id="92" name="Google Shape;92;p4"/>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5"/>
          <p:cNvSpPr txBox="1"/>
          <p:nvPr>
            <p:ph type="title"/>
          </p:nvPr>
        </p:nvSpPr>
        <p:spPr>
          <a:xfrm>
            <a:off x="439738" y="152822"/>
            <a:ext cx="8264400" cy="482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3. Solution Description</a:t>
            </a:r>
            <a:endParaRPr/>
          </a:p>
        </p:txBody>
      </p:sp>
      <p:sp>
        <p:nvSpPr>
          <p:cNvPr id="99" name="Google Shape;99;p5"/>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050"/>
              </a:buClr>
              <a:buSzPts val="1000"/>
              <a:buFont typeface="Arial"/>
              <a:buNone/>
            </a:pPr>
            <a:fld id="{00000000-1234-1234-1234-123412341234}" type="slidenum">
              <a:rPr b="0" i="0" lang="en-GB" sz="1000" u="none" cap="none" strike="noStrike">
                <a:solidFill>
                  <a:srgbClr val="00B050"/>
                </a:solidFill>
                <a:latin typeface="Arial"/>
                <a:ea typeface="Arial"/>
                <a:cs typeface="Arial"/>
                <a:sym typeface="Arial"/>
              </a:rPr>
              <a:t>‹#›</a:t>
            </a:fld>
            <a:endParaRPr b="0" i="0" sz="1000" u="none" cap="none" strike="noStrike">
              <a:solidFill>
                <a:srgbClr val="00B050"/>
              </a:solidFill>
              <a:latin typeface="Arial"/>
              <a:ea typeface="Arial"/>
              <a:cs typeface="Arial"/>
              <a:sym typeface="Arial"/>
            </a:endParaRPr>
          </a:p>
        </p:txBody>
      </p:sp>
      <p:sp>
        <p:nvSpPr>
          <p:cNvPr id="100" name="Google Shape;100;p5"/>
          <p:cNvSpPr txBox="1"/>
          <p:nvPr/>
        </p:nvSpPr>
        <p:spPr>
          <a:xfrm>
            <a:off x="439737" y="730958"/>
            <a:ext cx="8264400" cy="415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0" i="0" lang="en-GB" sz="2000" u="none" cap="none" strike="noStrike">
                <a:solidFill>
                  <a:srgbClr val="00AF41"/>
                </a:solidFill>
                <a:latin typeface="Arial"/>
                <a:ea typeface="Arial"/>
                <a:cs typeface="Arial"/>
                <a:sym typeface="Arial"/>
              </a:rPr>
              <a:t>3.1 Summary and Scope - Context</a:t>
            </a:r>
            <a:endParaRPr b="0" i="0" sz="2000" u="none" cap="none" strike="noStrike">
              <a:solidFill>
                <a:srgbClr val="00AF41"/>
              </a:solidFill>
              <a:latin typeface="Arial"/>
              <a:ea typeface="Arial"/>
              <a:cs typeface="Arial"/>
              <a:sym typeface="Arial"/>
            </a:endParaRPr>
          </a:p>
        </p:txBody>
      </p:sp>
      <p:sp>
        <p:nvSpPr>
          <p:cNvPr id="101" name="Google Shape;101;p5"/>
          <p:cNvSpPr txBox="1"/>
          <p:nvPr/>
        </p:nvSpPr>
        <p:spPr>
          <a:xfrm>
            <a:off x="449525" y="1245696"/>
            <a:ext cx="8191200" cy="50076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1000"/>
              </a:spcBef>
              <a:spcAft>
                <a:spcPts val="0"/>
              </a:spcAft>
              <a:buClr>
                <a:srgbClr val="595959"/>
              </a:buClr>
              <a:buSzPts val="1400"/>
              <a:buFont typeface="Arial"/>
              <a:buNone/>
            </a:pPr>
            <a:r>
              <a:t/>
            </a:r>
            <a:endParaRPr b="0" i="0" sz="1400" u="none" cap="none" strike="noStrike">
              <a:solidFill>
                <a:srgbClr val="595959"/>
              </a:solidFill>
              <a:latin typeface="Arial"/>
              <a:ea typeface="Arial"/>
              <a:cs typeface="Arial"/>
              <a:sym typeface="Arial"/>
            </a:endParaRPr>
          </a:p>
          <a:p>
            <a:pPr indent="0" lvl="0" marL="0" marR="0" rtl="0" algn="l">
              <a:lnSpc>
                <a:spcPct val="90000"/>
              </a:lnSpc>
              <a:spcBef>
                <a:spcPts val="1000"/>
              </a:spcBef>
              <a:spcAft>
                <a:spcPts val="0"/>
              </a:spcAft>
              <a:buClr>
                <a:srgbClr val="595959"/>
              </a:buClr>
              <a:buSzPts val="1600"/>
              <a:buFont typeface="Arial"/>
              <a:buNone/>
            </a:pPr>
            <a:r>
              <a:t/>
            </a:r>
            <a:endParaRPr b="0" i="0" sz="1600" u="none" cap="none" strike="noStrike">
              <a:solidFill>
                <a:srgbClr val="3F3F3F"/>
              </a:solidFill>
              <a:latin typeface="Arial"/>
              <a:ea typeface="Arial"/>
              <a:cs typeface="Arial"/>
              <a:sym typeface="Arial"/>
            </a:endParaRPr>
          </a:p>
        </p:txBody>
      </p:sp>
      <p:sp>
        <p:nvSpPr>
          <p:cNvPr id="102" name="Google Shape;102;p5"/>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6"/>
          <p:cNvSpPr txBox="1"/>
          <p:nvPr>
            <p:ph type="title"/>
          </p:nvPr>
        </p:nvSpPr>
        <p:spPr>
          <a:xfrm>
            <a:off x="439738" y="152822"/>
            <a:ext cx="8264400" cy="420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3. Solution Description</a:t>
            </a:r>
            <a:endParaRPr/>
          </a:p>
        </p:txBody>
      </p:sp>
      <p:sp>
        <p:nvSpPr>
          <p:cNvPr id="109" name="Google Shape;109;p6"/>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050"/>
              </a:buClr>
              <a:buSzPts val="1000"/>
              <a:buFont typeface="Arial"/>
              <a:buNone/>
            </a:pPr>
            <a:fld id="{00000000-1234-1234-1234-123412341234}" type="slidenum">
              <a:rPr b="0" i="0" lang="en-GB" sz="1000" u="none" cap="none" strike="noStrike">
                <a:solidFill>
                  <a:srgbClr val="00B050"/>
                </a:solidFill>
                <a:latin typeface="Arial"/>
                <a:ea typeface="Arial"/>
                <a:cs typeface="Arial"/>
                <a:sym typeface="Arial"/>
              </a:rPr>
              <a:t>‹#›</a:t>
            </a:fld>
            <a:endParaRPr b="0" i="0" sz="1000" u="none" cap="none" strike="noStrike">
              <a:solidFill>
                <a:srgbClr val="00B050"/>
              </a:solidFill>
              <a:latin typeface="Arial"/>
              <a:ea typeface="Arial"/>
              <a:cs typeface="Arial"/>
              <a:sym typeface="Arial"/>
            </a:endParaRPr>
          </a:p>
        </p:txBody>
      </p:sp>
      <p:sp>
        <p:nvSpPr>
          <p:cNvPr id="110" name="Google Shape;110;p6"/>
          <p:cNvSpPr txBox="1"/>
          <p:nvPr/>
        </p:nvSpPr>
        <p:spPr>
          <a:xfrm>
            <a:off x="430213" y="723278"/>
            <a:ext cx="8264400" cy="420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0" i="0" lang="en-GB" sz="2000" u="none" cap="none" strike="noStrike">
                <a:solidFill>
                  <a:srgbClr val="00AF41"/>
                </a:solidFill>
                <a:latin typeface="Arial"/>
                <a:ea typeface="Arial"/>
                <a:cs typeface="Arial"/>
                <a:sym typeface="Arial"/>
              </a:rPr>
              <a:t>3.2 Goals, Principles, Objectives and Constraints</a:t>
            </a:r>
            <a:endParaRPr b="0" i="0" sz="1400" u="none" cap="none" strike="noStrike">
              <a:solidFill>
                <a:srgbClr val="000000"/>
              </a:solidFill>
              <a:latin typeface="Arial"/>
              <a:ea typeface="Arial"/>
              <a:cs typeface="Arial"/>
              <a:sym typeface="Arial"/>
            </a:endParaRPr>
          </a:p>
        </p:txBody>
      </p:sp>
      <p:sp>
        <p:nvSpPr>
          <p:cNvPr id="111" name="Google Shape;111;p6"/>
          <p:cNvSpPr txBox="1"/>
          <p:nvPr>
            <p:ph idx="1" type="body"/>
          </p:nvPr>
        </p:nvSpPr>
        <p:spPr>
          <a:xfrm>
            <a:off x="439725" y="1145500"/>
            <a:ext cx="8489100" cy="5408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595959"/>
              </a:buClr>
              <a:buSzPts val="1600"/>
              <a:buNone/>
            </a:pPr>
            <a:r>
              <a:rPr b="1" lang="en-GB" sz="1800">
                <a:solidFill>
                  <a:srgbClr val="595959"/>
                </a:solidFill>
                <a:latin typeface="Arial"/>
                <a:ea typeface="Arial"/>
                <a:cs typeface="Arial"/>
                <a:sym typeface="Arial"/>
              </a:rPr>
              <a:t>Goals</a:t>
            </a:r>
            <a:endParaRPr sz="2200"/>
          </a:p>
          <a:p>
            <a:pPr indent="-228600" lvl="0" marL="228600" rtl="0" algn="l">
              <a:lnSpc>
                <a:spcPct val="90000"/>
              </a:lnSpc>
              <a:spcBef>
                <a:spcPts val="600"/>
              </a:spcBef>
              <a:spcAft>
                <a:spcPts val="0"/>
              </a:spcAft>
              <a:buSzPts val="1500"/>
              <a:buChar char="▪"/>
            </a:pPr>
            <a:r>
              <a:t/>
            </a:r>
            <a:endParaRPr sz="1500"/>
          </a:p>
        </p:txBody>
      </p:sp>
      <p:sp>
        <p:nvSpPr>
          <p:cNvPr id="112" name="Google Shape;112;p6"/>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type="title"/>
          </p:nvPr>
        </p:nvSpPr>
        <p:spPr>
          <a:xfrm>
            <a:off x="439738" y="152822"/>
            <a:ext cx="8264400" cy="420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3. Solution Description</a:t>
            </a:r>
            <a:endParaRPr/>
          </a:p>
        </p:txBody>
      </p:sp>
      <p:sp>
        <p:nvSpPr>
          <p:cNvPr id="119" name="Google Shape;119;p7"/>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050"/>
              </a:buClr>
              <a:buSzPts val="1000"/>
              <a:buFont typeface="Arial"/>
              <a:buNone/>
            </a:pPr>
            <a:fld id="{00000000-1234-1234-1234-123412341234}" type="slidenum">
              <a:rPr b="0" i="0" lang="en-GB" sz="1000" u="none" cap="none" strike="noStrike">
                <a:solidFill>
                  <a:srgbClr val="00B050"/>
                </a:solidFill>
                <a:latin typeface="Arial"/>
                <a:ea typeface="Arial"/>
                <a:cs typeface="Arial"/>
                <a:sym typeface="Arial"/>
              </a:rPr>
              <a:t>‹#›</a:t>
            </a:fld>
            <a:endParaRPr b="0" i="0" sz="1000" u="none" cap="none" strike="noStrike">
              <a:solidFill>
                <a:srgbClr val="00B050"/>
              </a:solidFill>
              <a:latin typeface="Arial"/>
              <a:ea typeface="Arial"/>
              <a:cs typeface="Arial"/>
              <a:sym typeface="Arial"/>
            </a:endParaRPr>
          </a:p>
        </p:txBody>
      </p:sp>
      <p:sp>
        <p:nvSpPr>
          <p:cNvPr id="120" name="Google Shape;120;p7"/>
          <p:cNvSpPr txBox="1"/>
          <p:nvPr/>
        </p:nvSpPr>
        <p:spPr>
          <a:xfrm>
            <a:off x="430213" y="723278"/>
            <a:ext cx="8264400" cy="420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0" i="0" lang="en-GB" sz="2000" u="none" cap="none" strike="noStrike">
                <a:solidFill>
                  <a:srgbClr val="00AF41"/>
                </a:solidFill>
                <a:latin typeface="Arial"/>
                <a:ea typeface="Arial"/>
                <a:cs typeface="Arial"/>
                <a:sym typeface="Arial"/>
              </a:rPr>
              <a:t>3.2 Goals, Principles, Objectives and Constraints (cont.)</a:t>
            </a:r>
            <a:endParaRPr b="0" i="0" sz="2000" u="none" cap="none" strike="noStrike">
              <a:solidFill>
                <a:srgbClr val="00AF41"/>
              </a:solidFill>
              <a:latin typeface="Arial"/>
              <a:ea typeface="Arial"/>
              <a:cs typeface="Arial"/>
              <a:sym typeface="Arial"/>
            </a:endParaRPr>
          </a:p>
        </p:txBody>
      </p:sp>
      <p:sp>
        <p:nvSpPr>
          <p:cNvPr id="121" name="Google Shape;121;p7"/>
          <p:cNvSpPr txBox="1"/>
          <p:nvPr>
            <p:ph idx="1" type="body"/>
          </p:nvPr>
        </p:nvSpPr>
        <p:spPr>
          <a:xfrm>
            <a:off x="439737" y="1145494"/>
            <a:ext cx="8264400" cy="4989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595959"/>
              </a:buClr>
              <a:buSzPts val="1600"/>
              <a:buNone/>
            </a:pPr>
            <a:r>
              <a:rPr b="1" lang="en-GB" sz="1800">
                <a:solidFill>
                  <a:srgbClr val="595959"/>
                </a:solidFill>
                <a:latin typeface="Arial"/>
                <a:ea typeface="Arial"/>
                <a:cs typeface="Arial"/>
                <a:sym typeface="Arial"/>
              </a:rPr>
              <a:t>Objectives</a:t>
            </a:r>
            <a:endParaRPr sz="1800">
              <a:solidFill>
                <a:srgbClr val="595959"/>
              </a:solidFill>
            </a:endParaRPr>
          </a:p>
          <a:p>
            <a:pPr indent="0" lvl="0" marL="0" rtl="0" algn="l">
              <a:lnSpc>
                <a:spcPct val="90000"/>
              </a:lnSpc>
              <a:spcBef>
                <a:spcPts val="1000"/>
              </a:spcBef>
              <a:spcAft>
                <a:spcPts val="0"/>
              </a:spcAft>
              <a:buClr>
                <a:srgbClr val="3F3F3F"/>
              </a:buClr>
              <a:buSzPts val="1400"/>
              <a:buFont typeface="Arial"/>
              <a:buNone/>
            </a:pPr>
            <a:br>
              <a:rPr lang="en-GB" sz="1400"/>
            </a:br>
            <a:endParaRPr b="1" sz="1600">
              <a:solidFill>
                <a:srgbClr val="7F7F7F"/>
              </a:solidFill>
            </a:endParaRPr>
          </a:p>
          <a:p>
            <a:pPr indent="0" lvl="0" marL="0" rtl="0" algn="l">
              <a:lnSpc>
                <a:spcPct val="90000"/>
              </a:lnSpc>
              <a:spcBef>
                <a:spcPts val="1000"/>
              </a:spcBef>
              <a:spcAft>
                <a:spcPts val="0"/>
              </a:spcAft>
              <a:buClr>
                <a:srgbClr val="595959"/>
              </a:buClr>
              <a:buSzPts val="1600"/>
              <a:buFont typeface="Arial"/>
              <a:buNone/>
            </a:pPr>
            <a:r>
              <a:rPr b="1" lang="en-GB" sz="1800"/>
              <a:t>Constraints</a:t>
            </a:r>
            <a:endParaRPr sz="2200"/>
          </a:p>
          <a:p>
            <a:pPr indent="0" lvl="0" marL="457200" rtl="0" algn="l">
              <a:lnSpc>
                <a:spcPct val="100000"/>
              </a:lnSpc>
              <a:spcBef>
                <a:spcPts val="0"/>
              </a:spcBef>
              <a:spcAft>
                <a:spcPts val="0"/>
              </a:spcAft>
              <a:buNone/>
            </a:pPr>
            <a:r>
              <a:t/>
            </a:r>
            <a:endParaRPr sz="1400"/>
          </a:p>
        </p:txBody>
      </p:sp>
      <p:sp>
        <p:nvSpPr>
          <p:cNvPr id="122" name="Google Shape;122;p7"/>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ph type="title"/>
          </p:nvPr>
        </p:nvSpPr>
        <p:spPr>
          <a:xfrm>
            <a:off x="439738" y="145302"/>
            <a:ext cx="8264400" cy="482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3. Solution Description</a:t>
            </a:r>
            <a:endParaRPr/>
          </a:p>
        </p:txBody>
      </p:sp>
      <p:sp>
        <p:nvSpPr>
          <p:cNvPr id="129" name="Google Shape;129;p8"/>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050"/>
              </a:buClr>
              <a:buSzPts val="1000"/>
              <a:buFont typeface="Arial"/>
              <a:buNone/>
            </a:pPr>
            <a:fld id="{00000000-1234-1234-1234-123412341234}" type="slidenum">
              <a:rPr b="0" i="0" lang="en-GB" sz="1000" u="none" cap="none" strike="noStrike">
                <a:solidFill>
                  <a:srgbClr val="00B050"/>
                </a:solidFill>
                <a:latin typeface="Arial"/>
                <a:ea typeface="Arial"/>
                <a:cs typeface="Arial"/>
                <a:sym typeface="Arial"/>
              </a:rPr>
              <a:t>‹#›</a:t>
            </a:fld>
            <a:endParaRPr b="0" i="0" sz="1000" u="none" cap="none" strike="noStrike">
              <a:solidFill>
                <a:srgbClr val="00B050"/>
              </a:solidFill>
              <a:latin typeface="Arial"/>
              <a:ea typeface="Arial"/>
              <a:cs typeface="Arial"/>
              <a:sym typeface="Arial"/>
            </a:endParaRPr>
          </a:p>
        </p:txBody>
      </p:sp>
      <p:sp>
        <p:nvSpPr>
          <p:cNvPr id="130" name="Google Shape;130;p8"/>
          <p:cNvSpPr txBox="1"/>
          <p:nvPr/>
        </p:nvSpPr>
        <p:spPr>
          <a:xfrm>
            <a:off x="430213" y="723278"/>
            <a:ext cx="8264400" cy="420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0" i="0" lang="en-GB" sz="2000" u="none" cap="none" strike="noStrike">
                <a:solidFill>
                  <a:srgbClr val="00AF41"/>
                </a:solidFill>
                <a:latin typeface="Arial"/>
                <a:ea typeface="Arial"/>
                <a:cs typeface="Arial"/>
                <a:sym typeface="Arial"/>
                <a:extLst>
                  <a:ext uri="http://customooxmlschemas.google.com/">
                    <go:slidesCustomData xmlns:go="http://customooxmlschemas.google.com/" textRoundtripDataId="0"/>
                  </a:ext>
                </a:extLst>
              </a:rPr>
              <a:t>3.3 Requirements Summary</a:t>
            </a:r>
            <a:endParaRPr b="0" i="0" sz="1400" u="none" cap="none" strike="noStrike">
              <a:solidFill>
                <a:srgbClr val="000000"/>
              </a:solidFill>
              <a:latin typeface="Arial"/>
              <a:ea typeface="Arial"/>
              <a:cs typeface="Arial"/>
              <a:sym typeface="Arial"/>
            </a:endParaRPr>
          </a:p>
        </p:txBody>
      </p:sp>
      <p:graphicFrame>
        <p:nvGraphicFramePr>
          <p:cNvPr id="131" name="Google Shape;131;p8"/>
          <p:cNvGraphicFramePr/>
          <p:nvPr/>
        </p:nvGraphicFramePr>
        <p:xfrm>
          <a:off x="463173" y="1217871"/>
          <a:ext cx="3000000" cy="3000000"/>
        </p:xfrm>
        <a:graphic>
          <a:graphicData uri="http://schemas.openxmlformats.org/drawingml/2006/table">
            <a:tbl>
              <a:tblPr bandRow="1" firstRow="1">
                <a:noFill/>
                <a:tableStyleId>{677656FF-92E6-4C9F-BA07-2B6A0FA08150}</a:tableStyleId>
              </a:tblPr>
              <a:tblGrid>
                <a:gridCol w="488625"/>
                <a:gridCol w="7995825"/>
              </a:tblGrid>
              <a:tr h="3091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ID</a:t>
                      </a:r>
                      <a:endParaRPr sz="1200" u="none" cap="none" strike="noStrike">
                        <a:latin typeface="Arial"/>
                        <a:ea typeface="Arial"/>
                        <a:cs typeface="Arial"/>
                        <a:sym typeface="Arial"/>
                      </a:endParaRPr>
                    </a:p>
                  </a:txBody>
                  <a:tcPr marT="0" marB="0" marR="0" marL="0" anchor="ctr"/>
                </a:tc>
                <a:tc>
                  <a:txBody>
                    <a:bodyPr/>
                    <a:lstStyle/>
                    <a:p>
                      <a:pPr indent="0" lvl="0" marL="0" marR="0" rtl="0" algn="l">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Requirement​</a:t>
                      </a:r>
                      <a:endParaRPr sz="1200" u="none" cap="none" strike="noStrike">
                        <a:latin typeface="Arial"/>
                        <a:ea typeface="Arial"/>
                        <a:cs typeface="Arial"/>
                        <a:sym typeface="Arial"/>
                      </a:endParaRPr>
                    </a:p>
                  </a:txBody>
                  <a:tcPr marT="0" marB="0" marR="0" marL="0" anchor="ctr">
                    <a:lnB cap="flat" cmpd="sng" w="12700">
                      <a:solidFill>
                        <a:srgbClr val="FFFFFF"/>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1</a:t>
                      </a:r>
                      <a:endParaRPr sz="1200" u="none" cap="none" strike="noStrike">
                        <a:latin typeface="Arial"/>
                        <a:ea typeface="Arial"/>
                        <a:cs typeface="Arial"/>
                        <a:sym typeface="Arial"/>
                      </a:endParaRPr>
                    </a:p>
                  </a:txBody>
                  <a:tcPr marT="0" marB="0" marR="0" marL="0" anchor="ctr">
                    <a:lnR cap="flat" cmpd="sng" w="12700">
                      <a:solidFill>
                        <a:srgbClr val="FFFFFF"/>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0" marB="0" marR="0" marL="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2</a:t>
                      </a:r>
                      <a:endParaRPr sz="1400" u="none" cap="none" strike="noStrike"/>
                    </a:p>
                  </a:txBody>
                  <a:tcPr marT="0" marB="0" marR="0" marL="0" anchor="ctr">
                    <a:lnR cap="flat" cmpd="sng" w="12700">
                      <a:solidFill>
                        <a:srgbClr val="FFFFFF"/>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0" marB="0" marR="0" marL="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3</a:t>
                      </a:r>
                      <a:endParaRPr sz="1400" u="none" cap="none" strike="noStrike"/>
                    </a:p>
                  </a:txBody>
                  <a:tcPr marT="0" marB="0" marR="0" marL="0" anchor="ctr">
                    <a:lnR cap="flat" cmpd="sng" w="12700">
                      <a:solidFill>
                        <a:srgbClr val="FFFFFF"/>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0" marB="0" marR="0" marL="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4</a:t>
                      </a:r>
                      <a:endParaRPr sz="1400" u="none" cap="none" strike="noStrike"/>
                    </a:p>
                  </a:txBody>
                  <a:tcPr marT="0" marB="0" marR="0" marL="0" anchor="ctr">
                    <a:lnR cap="flat" cmpd="sng" w="12700">
                      <a:solidFill>
                        <a:srgbClr val="FFFFFF"/>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0" marB="0" marR="0" marL="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5</a:t>
                      </a:r>
                      <a:endParaRPr sz="1400" u="none" cap="none" strike="noStrike"/>
                    </a:p>
                  </a:txBody>
                  <a:tcPr marT="0" marB="0" marR="0" marL="0" anchor="ctr">
                    <a:lnR cap="flat" cmpd="sng" w="12700">
                      <a:solidFill>
                        <a:srgbClr val="FFFFFF"/>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0" marB="0" marR="0" marL="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6</a:t>
                      </a:r>
                      <a:endParaRPr sz="1400" u="none" cap="none" strike="noStrike"/>
                    </a:p>
                  </a:txBody>
                  <a:tcPr marT="0" marB="0" marR="0" marL="0" anchor="ctr">
                    <a:lnR cap="flat" cmpd="sng" w="12700">
                      <a:solidFill>
                        <a:srgbClr val="FFFFFF"/>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0" marB="0" marR="0" marL="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7</a:t>
                      </a:r>
                      <a:endParaRPr sz="1400" u="none" cap="none" strike="noStrike"/>
                    </a:p>
                  </a:txBody>
                  <a:tcPr marT="0" marB="0" marR="0" marL="0" anchor="ctr">
                    <a:lnR cap="flat" cmpd="sng" w="12700">
                      <a:solidFill>
                        <a:srgbClr val="FFFFFF"/>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0" marB="0" marR="0" marL="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8</a:t>
                      </a:r>
                      <a:endParaRPr sz="1400" u="none" cap="none" strike="noStrike"/>
                    </a:p>
                  </a:txBody>
                  <a:tcPr marT="0" marB="0" marR="0" marL="0" anchor="ctr">
                    <a:lnR cap="flat" cmpd="sng" w="12700">
                      <a:solidFill>
                        <a:srgbClr val="FFFFFF"/>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0" marB="0" marR="0" marL="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9</a:t>
                      </a:r>
                      <a:endParaRPr sz="1400" u="none" cap="none" strike="noStrike"/>
                    </a:p>
                  </a:txBody>
                  <a:tcPr marT="0" marB="0" marR="0" marL="0" anchor="ctr">
                    <a:lnR cap="flat" cmpd="sng" w="12700">
                      <a:solidFill>
                        <a:srgbClr val="FFFFFF"/>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0" marB="0" marR="0" marL="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10</a:t>
                      </a:r>
                      <a:endParaRPr sz="1400" u="none" cap="none" strike="noStrike"/>
                    </a:p>
                  </a:txBody>
                  <a:tcPr marT="0" marB="0" marR="0" marL="0" anchor="ctr">
                    <a:lnR cap="flat" cmpd="sng" w="12700">
                      <a:solidFill>
                        <a:srgbClr val="FFFFFF"/>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0" marB="0" marR="0" marL="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11</a:t>
                      </a:r>
                      <a:endParaRPr sz="1200" u="none" cap="none" strike="noStrike">
                        <a:latin typeface="Arial"/>
                        <a:ea typeface="Arial"/>
                        <a:cs typeface="Arial"/>
                        <a:sym typeface="Arial"/>
                      </a:endParaRPr>
                    </a:p>
                  </a:txBody>
                  <a:tcPr marT="0" marB="0" marR="0" marL="0" anchor="ctr">
                    <a:lnR cap="flat" cmpd="sng" w="12700">
                      <a:solidFill>
                        <a:srgbClr val="FFFFFF"/>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0" marB="0" marR="0" marL="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bl>
          </a:graphicData>
        </a:graphic>
      </p:graphicFrame>
      <p:sp>
        <p:nvSpPr>
          <p:cNvPr id="132" name="Google Shape;132;p8"/>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439738" y="152825"/>
            <a:ext cx="8264400" cy="482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3. Solution Description</a:t>
            </a:r>
            <a:endParaRPr/>
          </a:p>
        </p:txBody>
      </p:sp>
      <p:sp>
        <p:nvSpPr>
          <p:cNvPr id="139" name="Google Shape;139;p9"/>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050"/>
              </a:buClr>
              <a:buSzPts val="1000"/>
              <a:buFont typeface="Arial"/>
              <a:buNone/>
            </a:pPr>
            <a:fld id="{00000000-1234-1234-1234-123412341234}" type="slidenum">
              <a:rPr b="0" i="0" lang="en-GB" sz="1000" u="none" cap="none" strike="noStrike">
                <a:solidFill>
                  <a:srgbClr val="00B050"/>
                </a:solidFill>
                <a:latin typeface="Arial"/>
                <a:ea typeface="Arial"/>
                <a:cs typeface="Arial"/>
                <a:sym typeface="Arial"/>
              </a:rPr>
              <a:t>‹#›</a:t>
            </a:fld>
            <a:endParaRPr b="0" i="0" sz="1000" u="none" cap="none" strike="noStrike">
              <a:solidFill>
                <a:srgbClr val="00B050"/>
              </a:solidFill>
              <a:latin typeface="Arial"/>
              <a:ea typeface="Arial"/>
              <a:cs typeface="Arial"/>
              <a:sym typeface="Arial"/>
            </a:endParaRPr>
          </a:p>
        </p:txBody>
      </p:sp>
      <p:sp>
        <p:nvSpPr>
          <p:cNvPr id="140" name="Google Shape;140;p9"/>
          <p:cNvSpPr txBox="1"/>
          <p:nvPr/>
        </p:nvSpPr>
        <p:spPr>
          <a:xfrm>
            <a:off x="430213" y="735030"/>
            <a:ext cx="8264400" cy="420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0" i="0" lang="en-GB" sz="2000" u="none" cap="none" strike="noStrike">
                <a:solidFill>
                  <a:srgbClr val="00AF41"/>
                </a:solidFill>
                <a:latin typeface="Arial"/>
                <a:ea typeface="Arial"/>
                <a:cs typeface="Arial"/>
                <a:sym typeface="Arial"/>
              </a:rPr>
              <a:t>3.3 Requirements Summary (cont.)</a:t>
            </a:r>
            <a:endParaRPr b="0" i="0" sz="1400" u="none" cap="none" strike="noStrike">
              <a:solidFill>
                <a:srgbClr val="000000"/>
              </a:solidFill>
              <a:latin typeface="Arial"/>
              <a:ea typeface="Arial"/>
              <a:cs typeface="Arial"/>
              <a:sym typeface="Arial"/>
            </a:endParaRPr>
          </a:p>
        </p:txBody>
      </p:sp>
      <p:sp>
        <p:nvSpPr>
          <p:cNvPr id="141" name="Google Shape;141;p9"/>
          <p:cNvSpPr txBox="1"/>
          <p:nvPr>
            <p:ph idx="1" type="body"/>
          </p:nvPr>
        </p:nvSpPr>
        <p:spPr>
          <a:xfrm>
            <a:off x="483199" y="1178199"/>
            <a:ext cx="8221200" cy="5130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600"/>
              <a:buNone/>
            </a:pPr>
            <a:r>
              <a:rPr b="1" lang="en-GB" sz="1600">
                <a:solidFill>
                  <a:schemeClr val="dk1"/>
                </a:solidFill>
                <a:latin typeface="Arial"/>
                <a:ea typeface="Arial"/>
                <a:cs typeface="Arial"/>
                <a:sym typeface="Arial"/>
              </a:rPr>
              <a:t>Non-Functional Requirements:</a:t>
            </a:r>
            <a:r>
              <a:rPr b="1" lang="en-GB" sz="1600">
                <a:solidFill>
                  <a:srgbClr val="FF0000"/>
                </a:solidFill>
                <a:latin typeface="Arial"/>
                <a:ea typeface="Arial"/>
                <a:cs typeface="Arial"/>
                <a:sym typeface="Arial"/>
              </a:rPr>
              <a:t> </a:t>
            </a:r>
            <a:endParaRPr b="1" sz="1600">
              <a:solidFill>
                <a:srgbClr val="FF0000"/>
              </a:solidFill>
            </a:endParaRPr>
          </a:p>
          <a:p>
            <a:pPr indent="-228600" lvl="0" marL="228600" rtl="0" algn="l">
              <a:lnSpc>
                <a:spcPct val="100000"/>
              </a:lnSpc>
              <a:spcBef>
                <a:spcPts val="1000"/>
              </a:spcBef>
              <a:spcAft>
                <a:spcPts val="0"/>
              </a:spcAft>
              <a:buClr>
                <a:schemeClr val="dk1"/>
              </a:buClr>
              <a:buSzPts val="1400"/>
              <a:buNone/>
            </a:pPr>
            <a:r>
              <a:rPr b="1" lang="en-GB" sz="1400">
                <a:solidFill>
                  <a:schemeClr val="dk1"/>
                </a:solidFill>
                <a:latin typeface="Arial"/>
                <a:ea typeface="Arial"/>
                <a:cs typeface="Arial"/>
                <a:sym typeface="Arial"/>
              </a:rPr>
              <a:t>Support</a:t>
            </a:r>
            <a:r>
              <a:rPr b="1" lang="en-GB" sz="1400">
                <a:solidFill>
                  <a:srgbClr val="3F3F3F"/>
                </a:solidFill>
                <a:latin typeface="Arial"/>
                <a:ea typeface="Arial"/>
                <a:cs typeface="Arial"/>
                <a:sym typeface="Arial"/>
              </a:rPr>
              <a:t>:</a:t>
            </a:r>
            <a:endParaRPr/>
          </a:p>
          <a:p>
            <a:pPr indent="-311150" lvl="0" marL="457200" rtl="0" algn="l">
              <a:lnSpc>
                <a:spcPct val="115000"/>
              </a:lnSpc>
              <a:spcBef>
                <a:spcPts val="0"/>
              </a:spcBef>
              <a:spcAft>
                <a:spcPts val="0"/>
              </a:spcAft>
              <a:buClr>
                <a:srgbClr val="3F3F3F"/>
              </a:buClr>
              <a:buSzPts val="1300"/>
              <a:buChar char="•"/>
            </a:pPr>
            <a:r>
              <a:t/>
            </a:r>
            <a:endParaRPr sz="1300"/>
          </a:p>
          <a:p>
            <a:pPr indent="-139700" lvl="0" marL="228600" rtl="0" algn="l">
              <a:lnSpc>
                <a:spcPct val="100000"/>
              </a:lnSpc>
              <a:spcBef>
                <a:spcPts val="0"/>
              </a:spcBef>
              <a:spcAft>
                <a:spcPts val="0"/>
              </a:spcAft>
              <a:buClr>
                <a:srgbClr val="595959"/>
              </a:buClr>
              <a:buSzPts val="1400"/>
              <a:buFont typeface="Noto Sans Symbols"/>
              <a:buNone/>
            </a:pPr>
            <a:r>
              <a:t/>
            </a:r>
            <a:endParaRPr sz="1400">
              <a:solidFill>
                <a:srgbClr val="3F3F3F"/>
              </a:solidFill>
              <a:latin typeface="Arial"/>
              <a:ea typeface="Arial"/>
              <a:cs typeface="Arial"/>
              <a:sym typeface="Arial"/>
            </a:endParaRPr>
          </a:p>
          <a:p>
            <a:pPr indent="0" lvl="0" marL="0" rtl="0" algn="l">
              <a:lnSpc>
                <a:spcPct val="100000"/>
              </a:lnSpc>
              <a:spcBef>
                <a:spcPts val="0"/>
              </a:spcBef>
              <a:spcAft>
                <a:spcPts val="0"/>
              </a:spcAft>
              <a:buClr>
                <a:schemeClr val="dk1"/>
              </a:buClr>
              <a:buSzPts val="1400"/>
              <a:buNone/>
            </a:pPr>
            <a:r>
              <a:rPr b="1" lang="en-GB" sz="1400">
                <a:solidFill>
                  <a:schemeClr val="dk1"/>
                </a:solidFill>
                <a:latin typeface="Arial"/>
                <a:ea typeface="Arial"/>
                <a:cs typeface="Arial"/>
                <a:sym typeface="Arial"/>
              </a:rPr>
              <a:t>Availability:</a:t>
            </a:r>
            <a:endParaRPr/>
          </a:p>
          <a:p>
            <a:pPr indent="-317500" lvl="0" marL="457200" rtl="0" algn="l">
              <a:lnSpc>
                <a:spcPct val="115000"/>
              </a:lnSpc>
              <a:spcBef>
                <a:spcPts val="0"/>
              </a:spcBef>
              <a:spcAft>
                <a:spcPts val="0"/>
              </a:spcAft>
              <a:buClr>
                <a:srgbClr val="3F3F3F"/>
              </a:buClr>
              <a:buSzPts val="1400"/>
              <a:buChar char="•"/>
            </a:pPr>
            <a:br>
              <a:rPr lang="en-GB" sz="1400">
                <a:solidFill>
                  <a:srgbClr val="3F3F3F"/>
                </a:solidFill>
                <a:latin typeface="Arial"/>
                <a:ea typeface="Arial"/>
                <a:cs typeface="Arial"/>
                <a:sym typeface="Arial"/>
              </a:rPr>
            </a:br>
            <a:endParaRPr sz="1400">
              <a:solidFill>
                <a:srgbClr val="3F3F3F"/>
              </a:solidFill>
              <a:latin typeface="Arial"/>
              <a:ea typeface="Arial"/>
              <a:cs typeface="Arial"/>
              <a:sym typeface="Arial"/>
            </a:endParaRPr>
          </a:p>
          <a:p>
            <a:pPr indent="0" lvl="0" marL="0" rtl="0" algn="l">
              <a:lnSpc>
                <a:spcPct val="100000"/>
              </a:lnSpc>
              <a:spcBef>
                <a:spcPts val="0"/>
              </a:spcBef>
              <a:spcAft>
                <a:spcPts val="0"/>
              </a:spcAft>
              <a:buClr>
                <a:schemeClr val="dk1"/>
              </a:buClr>
              <a:buSzPts val="1400"/>
              <a:buNone/>
            </a:pPr>
            <a:r>
              <a:rPr b="1" lang="en-GB" sz="1400">
                <a:solidFill>
                  <a:schemeClr val="dk1"/>
                </a:solidFill>
                <a:latin typeface="Arial"/>
                <a:ea typeface="Arial"/>
                <a:cs typeface="Arial"/>
                <a:sym typeface="Arial"/>
              </a:rPr>
              <a:t>Security: </a:t>
            </a:r>
            <a:endParaRPr/>
          </a:p>
          <a:p>
            <a:pPr indent="-311150" lvl="0" marL="457200" rtl="0" algn="l">
              <a:lnSpc>
                <a:spcPct val="115000"/>
              </a:lnSpc>
              <a:spcBef>
                <a:spcPts val="0"/>
              </a:spcBef>
              <a:spcAft>
                <a:spcPts val="0"/>
              </a:spcAft>
              <a:buClr>
                <a:srgbClr val="3F3F3F"/>
              </a:buClr>
              <a:buSzPts val="1300"/>
              <a:buChar char="•"/>
            </a:pPr>
            <a:r>
              <a:t/>
            </a:r>
            <a:endParaRPr sz="1300">
              <a:solidFill>
                <a:srgbClr val="3F3F3F"/>
              </a:solidFill>
            </a:endParaRPr>
          </a:p>
          <a:p>
            <a:pPr indent="0" lvl="0" marL="457200" rtl="0" algn="l">
              <a:lnSpc>
                <a:spcPct val="90000"/>
              </a:lnSpc>
              <a:spcBef>
                <a:spcPts val="300"/>
              </a:spcBef>
              <a:spcAft>
                <a:spcPts val="0"/>
              </a:spcAft>
              <a:buSzPts val="2000"/>
              <a:buNone/>
            </a:pPr>
            <a:r>
              <a:t/>
            </a:r>
            <a:endParaRPr sz="1400">
              <a:solidFill>
                <a:srgbClr val="3F3F3F"/>
              </a:solidFill>
            </a:endParaRPr>
          </a:p>
          <a:p>
            <a:pPr indent="0" lvl="0" marL="0" rtl="0" algn="l">
              <a:lnSpc>
                <a:spcPct val="100000"/>
              </a:lnSpc>
              <a:spcBef>
                <a:spcPts val="300"/>
              </a:spcBef>
              <a:spcAft>
                <a:spcPts val="0"/>
              </a:spcAft>
              <a:buClr>
                <a:srgbClr val="595959"/>
              </a:buClr>
              <a:buSzPts val="1400"/>
              <a:buNone/>
            </a:pPr>
            <a:r>
              <a:t/>
            </a:r>
            <a:endParaRPr sz="1400"/>
          </a:p>
        </p:txBody>
      </p:sp>
      <p:sp>
        <p:nvSpPr>
          <p:cNvPr id="142" name="Google Shape;142;p9"/>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0"/>
          <p:cNvSpPr txBox="1"/>
          <p:nvPr>
            <p:ph type="title"/>
          </p:nvPr>
        </p:nvSpPr>
        <p:spPr>
          <a:xfrm>
            <a:off x="439738" y="152825"/>
            <a:ext cx="8264400" cy="482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3. Solution Description</a:t>
            </a:r>
            <a:endParaRPr/>
          </a:p>
        </p:txBody>
      </p:sp>
      <p:sp>
        <p:nvSpPr>
          <p:cNvPr id="149" name="Google Shape;149;p10"/>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050"/>
              </a:buClr>
              <a:buSzPts val="1000"/>
              <a:buFont typeface="Arial"/>
              <a:buNone/>
            </a:pPr>
            <a:fld id="{00000000-1234-1234-1234-123412341234}" type="slidenum">
              <a:rPr b="0" i="0" lang="en-GB" sz="1000" u="none" cap="none" strike="noStrike">
                <a:solidFill>
                  <a:srgbClr val="00B050"/>
                </a:solidFill>
                <a:latin typeface="Arial"/>
                <a:ea typeface="Arial"/>
                <a:cs typeface="Arial"/>
                <a:sym typeface="Arial"/>
              </a:rPr>
              <a:t>‹#›</a:t>
            </a:fld>
            <a:endParaRPr b="0" i="0" sz="1000" u="none" cap="none" strike="noStrike">
              <a:solidFill>
                <a:srgbClr val="00B050"/>
              </a:solidFill>
              <a:latin typeface="Arial"/>
              <a:ea typeface="Arial"/>
              <a:cs typeface="Arial"/>
              <a:sym typeface="Arial"/>
            </a:endParaRPr>
          </a:p>
        </p:txBody>
      </p:sp>
      <p:sp>
        <p:nvSpPr>
          <p:cNvPr id="150" name="Google Shape;150;p10"/>
          <p:cNvSpPr txBox="1"/>
          <p:nvPr/>
        </p:nvSpPr>
        <p:spPr>
          <a:xfrm>
            <a:off x="430213" y="735030"/>
            <a:ext cx="8264400" cy="420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0" i="0" lang="en-GB" sz="2000" u="none" cap="none" strike="noStrike">
                <a:solidFill>
                  <a:srgbClr val="00AF41"/>
                </a:solidFill>
                <a:latin typeface="Arial"/>
                <a:ea typeface="Arial"/>
                <a:cs typeface="Arial"/>
                <a:sym typeface="Arial"/>
              </a:rPr>
              <a:t>3.3 Requirements Summary (cont.)</a:t>
            </a:r>
            <a:endParaRPr b="0" i="0" sz="1400" u="none" cap="none" strike="noStrike">
              <a:solidFill>
                <a:srgbClr val="000000"/>
              </a:solidFill>
              <a:latin typeface="Arial"/>
              <a:ea typeface="Arial"/>
              <a:cs typeface="Arial"/>
              <a:sym typeface="Arial"/>
            </a:endParaRPr>
          </a:p>
        </p:txBody>
      </p:sp>
      <p:sp>
        <p:nvSpPr>
          <p:cNvPr id="151" name="Google Shape;151;p10"/>
          <p:cNvSpPr txBox="1"/>
          <p:nvPr>
            <p:ph idx="1" type="body"/>
          </p:nvPr>
        </p:nvSpPr>
        <p:spPr>
          <a:xfrm>
            <a:off x="483198" y="1178199"/>
            <a:ext cx="8427600" cy="5130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600"/>
              <a:buNone/>
            </a:pPr>
            <a:r>
              <a:rPr b="1" lang="en-GB" sz="1600">
                <a:solidFill>
                  <a:schemeClr val="dk1"/>
                </a:solidFill>
                <a:latin typeface="Arial"/>
                <a:ea typeface="Arial"/>
                <a:cs typeface="Arial"/>
                <a:sym typeface="Arial"/>
              </a:rPr>
              <a:t>Non-Functional Requirements:</a:t>
            </a:r>
            <a:r>
              <a:rPr b="1" lang="en-GB" sz="1600">
                <a:solidFill>
                  <a:srgbClr val="FF0000"/>
                </a:solidFill>
                <a:latin typeface="Arial"/>
                <a:ea typeface="Arial"/>
                <a:cs typeface="Arial"/>
                <a:sym typeface="Arial"/>
              </a:rPr>
              <a:t> </a:t>
            </a:r>
            <a:endParaRPr b="1" sz="1600">
              <a:solidFill>
                <a:srgbClr val="FF0000"/>
              </a:solidFill>
            </a:endParaRPr>
          </a:p>
          <a:p>
            <a:pPr indent="-228600" lvl="0" marL="228600" rtl="0" algn="l">
              <a:lnSpc>
                <a:spcPct val="100000"/>
              </a:lnSpc>
              <a:spcBef>
                <a:spcPts val="600"/>
              </a:spcBef>
              <a:spcAft>
                <a:spcPts val="0"/>
              </a:spcAft>
              <a:buSzPts val="2000"/>
              <a:buNone/>
            </a:pPr>
            <a:r>
              <a:rPr b="1" lang="en-GB" sz="1400">
                <a:solidFill>
                  <a:schemeClr val="dk1"/>
                </a:solidFill>
              </a:rPr>
              <a:t>Monitoring and Auditing:</a:t>
            </a:r>
            <a:endParaRPr/>
          </a:p>
          <a:p>
            <a:pPr indent="-317500" lvl="0" marL="457200" rtl="0" algn="l">
              <a:lnSpc>
                <a:spcPct val="100000"/>
              </a:lnSpc>
              <a:spcBef>
                <a:spcPts val="0"/>
              </a:spcBef>
              <a:spcAft>
                <a:spcPts val="0"/>
              </a:spcAft>
              <a:buClr>
                <a:srgbClr val="3F3F3F"/>
              </a:buClr>
              <a:buSzPts val="1400"/>
              <a:buChar char="•"/>
            </a:pPr>
            <a:r>
              <a:t/>
            </a:r>
            <a:endParaRPr/>
          </a:p>
          <a:p>
            <a:pPr indent="0" lvl="0" marL="0" rtl="0" algn="l">
              <a:lnSpc>
                <a:spcPct val="90000"/>
              </a:lnSpc>
              <a:spcBef>
                <a:spcPts val="1000"/>
              </a:spcBef>
              <a:spcAft>
                <a:spcPts val="0"/>
              </a:spcAft>
              <a:buSzPts val="2000"/>
              <a:buNone/>
            </a:pPr>
            <a:r>
              <a:rPr b="1" lang="en-GB" sz="1400">
                <a:solidFill>
                  <a:schemeClr val="dk1"/>
                </a:solidFill>
              </a:rPr>
              <a:t>Maintainability: </a:t>
            </a:r>
            <a:endParaRPr/>
          </a:p>
          <a:p>
            <a:pPr indent="-317500" lvl="0" marL="457200" rtl="0" algn="l">
              <a:lnSpc>
                <a:spcPct val="90000"/>
              </a:lnSpc>
              <a:spcBef>
                <a:spcPts val="0"/>
              </a:spcBef>
              <a:spcAft>
                <a:spcPts val="0"/>
              </a:spcAft>
              <a:buClr>
                <a:srgbClr val="3F3F3F"/>
              </a:buClr>
              <a:buSzPts val="1400"/>
              <a:buChar char="•"/>
            </a:pPr>
            <a:r>
              <a:t/>
            </a:r>
            <a:endParaRPr/>
          </a:p>
          <a:p>
            <a:pPr indent="0" lvl="0" marL="0" rtl="0" algn="l">
              <a:lnSpc>
                <a:spcPct val="90000"/>
              </a:lnSpc>
              <a:spcBef>
                <a:spcPts val="1000"/>
              </a:spcBef>
              <a:spcAft>
                <a:spcPts val="0"/>
              </a:spcAft>
              <a:buSzPts val="2000"/>
              <a:buNone/>
            </a:pPr>
            <a:r>
              <a:rPr b="1" lang="en-GB" sz="1400">
                <a:solidFill>
                  <a:schemeClr val="dk1"/>
                </a:solidFill>
              </a:rPr>
              <a:t>Usability: </a:t>
            </a:r>
            <a:endParaRPr b="1" sz="1400">
              <a:solidFill>
                <a:schemeClr val="dk1"/>
              </a:solidFill>
            </a:endParaRPr>
          </a:p>
          <a:p>
            <a:pPr indent="-317500" lvl="0" marL="457200" rtl="0" algn="l">
              <a:lnSpc>
                <a:spcPct val="90000"/>
              </a:lnSpc>
              <a:spcBef>
                <a:spcPts val="0"/>
              </a:spcBef>
              <a:spcAft>
                <a:spcPts val="0"/>
              </a:spcAft>
              <a:buClr>
                <a:srgbClr val="3F3F3F"/>
              </a:buClr>
              <a:buSzPts val="1400"/>
              <a:buChar char="•"/>
            </a:pPr>
            <a:r>
              <a:t/>
            </a:r>
            <a:endParaRPr b="1" sz="1400">
              <a:solidFill>
                <a:schemeClr val="dk1"/>
              </a:solidFill>
            </a:endParaRPr>
          </a:p>
          <a:p>
            <a:pPr indent="0" lvl="0" marL="457200" rtl="0" algn="l">
              <a:lnSpc>
                <a:spcPct val="90000"/>
              </a:lnSpc>
              <a:spcBef>
                <a:spcPts val="0"/>
              </a:spcBef>
              <a:spcAft>
                <a:spcPts val="0"/>
              </a:spcAft>
              <a:buSzPts val="2000"/>
              <a:buNone/>
            </a:pPr>
            <a:r>
              <a:t/>
            </a:r>
            <a:endParaRPr/>
          </a:p>
          <a:p>
            <a:pPr indent="0" lvl="0" marL="0" rtl="0" algn="l">
              <a:lnSpc>
                <a:spcPct val="100000"/>
              </a:lnSpc>
              <a:spcBef>
                <a:spcPts val="0"/>
              </a:spcBef>
              <a:spcAft>
                <a:spcPts val="0"/>
              </a:spcAft>
              <a:buClr>
                <a:srgbClr val="595959"/>
              </a:buClr>
              <a:buSzPts val="1400"/>
              <a:buNone/>
            </a:pPr>
            <a:r>
              <a:t/>
            </a:r>
            <a:endParaRPr sz="1400"/>
          </a:p>
        </p:txBody>
      </p:sp>
      <p:sp>
        <p:nvSpPr>
          <p:cNvPr id="152" name="Google Shape;152;p10"/>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1"/>
          <p:cNvSpPr txBox="1"/>
          <p:nvPr>
            <p:ph type="title"/>
          </p:nvPr>
        </p:nvSpPr>
        <p:spPr>
          <a:xfrm>
            <a:off x="439738" y="152825"/>
            <a:ext cx="8264400" cy="482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3. Solution Description</a:t>
            </a:r>
            <a:endParaRPr/>
          </a:p>
        </p:txBody>
      </p:sp>
      <p:sp>
        <p:nvSpPr>
          <p:cNvPr id="158" name="Google Shape;158;p11"/>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050"/>
              </a:buClr>
              <a:buSzPts val="1000"/>
              <a:buFont typeface="Arial"/>
              <a:buNone/>
            </a:pPr>
            <a:fld id="{00000000-1234-1234-1234-123412341234}" type="slidenum">
              <a:rPr b="0" i="0" lang="en-GB" sz="1000" u="none" cap="none" strike="noStrike">
                <a:solidFill>
                  <a:srgbClr val="00B050"/>
                </a:solidFill>
                <a:latin typeface="Arial"/>
                <a:ea typeface="Arial"/>
                <a:cs typeface="Arial"/>
                <a:sym typeface="Arial"/>
              </a:rPr>
              <a:t>‹#›</a:t>
            </a:fld>
            <a:endParaRPr b="0" i="0" sz="1000" u="none" cap="none" strike="noStrike">
              <a:solidFill>
                <a:srgbClr val="00B050"/>
              </a:solidFill>
              <a:latin typeface="Arial"/>
              <a:ea typeface="Arial"/>
              <a:cs typeface="Arial"/>
              <a:sym typeface="Arial"/>
            </a:endParaRPr>
          </a:p>
        </p:txBody>
      </p:sp>
      <p:sp>
        <p:nvSpPr>
          <p:cNvPr id="159" name="Google Shape;159;p11"/>
          <p:cNvSpPr txBox="1"/>
          <p:nvPr/>
        </p:nvSpPr>
        <p:spPr>
          <a:xfrm>
            <a:off x="430213" y="735030"/>
            <a:ext cx="8264400" cy="420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0" i="0" lang="en-GB" sz="2000" u="none" cap="none" strike="noStrike">
                <a:solidFill>
                  <a:srgbClr val="00AF41"/>
                </a:solidFill>
                <a:latin typeface="Arial"/>
                <a:ea typeface="Arial"/>
                <a:cs typeface="Arial"/>
                <a:sym typeface="Arial"/>
              </a:rPr>
              <a:t>3.3 Requirements Summary (cont.)</a:t>
            </a:r>
            <a:endParaRPr b="0" i="0" sz="1400" u="none" cap="none" strike="noStrike">
              <a:solidFill>
                <a:srgbClr val="000000"/>
              </a:solidFill>
              <a:latin typeface="Arial"/>
              <a:ea typeface="Arial"/>
              <a:cs typeface="Arial"/>
              <a:sym typeface="Arial"/>
            </a:endParaRPr>
          </a:p>
        </p:txBody>
      </p:sp>
      <p:sp>
        <p:nvSpPr>
          <p:cNvPr id="160" name="Google Shape;160;p11"/>
          <p:cNvSpPr txBox="1"/>
          <p:nvPr>
            <p:ph idx="1" type="body"/>
          </p:nvPr>
        </p:nvSpPr>
        <p:spPr>
          <a:xfrm>
            <a:off x="483199" y="1178199"/>
            <a:ext cx="8221200" cy="5130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600"/>
              <a:buNone/>
            </a:pPr>
            <a:r>
              <a:rPr b="1" lang="en-GB" sz="1600">
                <a:solidFill>
                  <a:schemeClr val="dk1"/>
                </a:solidFill>
                <a:latin typeface="Arial"/>
                <a:ea typeface="Arial"/>
                <a:cs typeface="Arial"/>
                <a:sym typeface="Arial"/>
              </a:rPr>
              <a:t>Non-Functional Requirements:</a:t>
            </a:r>
            <a:r>
              <a:rPr b="1" lang="en-GB" sz="1600">
                <a:solidFill>
                  <a:srgbClr val="FF0000"/>
                </a:solidFill>
                <a:latin typeface="Arial"/>
                <a:ea typeface="Arial"/>
                <a:cs typeface="Arial"/>
                <a:sym typeface="Arial"/>
              </a:rPr>
              <a:t> </a:t>
            </a:r>
            <a:endParaRPr b="1" sz="1600">
              <a:solidFill>
                <a:srgbClr val="FF0000"/>
              </a:solidFill>
            </a:endParaRPr>
          </a:p>
          <a:p>
            <a:pPr indent="-228600" lvl="0" marL="228600" rtl="0" algn="l">
              <a:lnSpc>
                <a:spcPct val="100000"/>
              </a:lnSpc>
              <a:spcBef>
                <a:spcPts val="1000"/>
              </a:spcBef>
              <a:spcAft>
                <a:spcPts val="0"/>
              </a:spcAft>
              <a:buClr>
                <a:schemeClr val="dk1"/>
              </a:buClr>
              <a:buSzPts val="1400"/>
              <a:buNone/>
            </a:pPr>
            <a:r>
              <a:rPr b="1" lang="en-GB" sz="1400">
                <a:solidFill>
                  <a:schemeClr val="dk1"/>
                </a:solidFill>
                <a:latin typeface="Arial"/>
                <a:ea typeface="Arial"/>
                <a:cs typeface="Arial"/>
                <a:sym typeface="Arial"/>
              </a:rPr>
              <a:t>Performance</a:t>
            </a:r>
            <a:endParaRPr/>
          </a:p>
          <a:p>
            <a:pPr indent="0" lvl="0" marL="0" rtl="0" algn="l">
              <a:lnSpc>
                <a:spcPct val="100000"/>
              </a:lnSpc>
              <a:spcBef>
                <a:spcPts val="1000"/>
              </a:spcBef>
              <a:spcAft>
                <a:spcPts val="0"/>
              </a:spcAft>
              <a:buClr>
                <a:srgbClr val="3F3F3F"/>
              </a:buClr>
              <a:buSzPts val="1400"/>
              <a:buNone/>
            </a:pPr>
            <a:r>
              <a:rPr b="1" lang="en-GB" sz="1400">
                <a:solidFill>
                  <a:srgbClr val="3F3F3F"/>
                </a:solidFill>
                <a:latin typeface="Arial"/>
                <a:ea typeface="Arial"/>
                <a:cs typeface="Arial"/>
                <a:sym typeface="Arial"/>
              </a:rPr>
              <a:t>Response Time: </a:t>
            </a:r>
            <a:r>
              <a:rPr lang="en-GB" sz="1400">
                <a:solidFill>
                  <a:srgbClr val="3F3F3F"/>
                </a:solidFill>
                <a:latin typeface="Arial"/>
                <a:ea typeface="Arial"/>
                <a:cs typeface="Arial"/>
                <a:sym typeface="Arial"/>
              </a:rPr>
              <a:t> </a:t>
            </a:r>
            <a:endParaRPr/>
          </a:p>
          <a:p>
            <a:pPr indent="0" lvl="0" marL="0" rtl="0" algn="l">
              <a:lnSpc>
                <a:spcPct val="100000"/>
              </a:lnSpc>
              <a:spcBef>
                <a:spcPts val="0"/>
              </a:spcBef>
              <a:spcAft>
                <a:spcPts val="0"/>
              </a:spcAft>
              <a:buClr>
                <a:srgbClr val="595959"/>
              </a:buClr>
              <a:buSzPts val="1400"/>
              <a:buNone/>
            </a:pPr>
            <a:r>
              <a:t/>
            </a:r>
            <a:endParaRPr sz="1400">
              <a:solidFill>
                <a:srgbClr val="3F3F3F"/>
              </a:solidFill>
              <a:latin typeface="Arial"/>
              <a:ea typeface="Arial"/>
              <a:cs typeface="Arial"/>
              <a:sym typeface="Arial"/>
            </a:endParaRPr>
          </a:p>
          <a:p>
            <a:pPr indent="0" lvl="0" marL="0" rtl="0" algn="l">
              <a:lnSpc>
                <a:spcPct val="100000"/>
              </a:lnSpc>
              <a:spcBef>
                <a:spcPts val="0"/>
              </a:spcBef>
              <a:spcAft>
                <a:spcPts val="0"/>
              </a:spcAft>
              <a:buClr>
                <a:srgbClr val="3F3F3F"/>
              </a:buClr>
              <a:buSzPts val="1400"/>
              <a:buNone/>
            </a:pPr>
            <a:r>
              <a:rPr b="1" lang="en-GB" sz="1400">
                <a:solidFill>
                  <a:srgbClr val="3F3F3F"/>
                </a:solidFill>
                <a:latin typeface="Arial"/>
                <a:ea typeface="Arial"/>
                <a:cs typeface="Arial"/>
                <a:sym typeface="Arial"/>
              </a:rPr>
              <a:t>Transaction response and load</a:t>
            </a:r>
            <a:endParaRPr b="1" sz="1400">
              <a:solidFill>
                <a:srgbClr val="3F3F3F"/>
              </a:solidFill>
            </a:endParaRPr>
          </a:p>
          <a:p>
            <a:pPr indent="0" lvl="0" marL="0" rtl="0" algn="l">
              <a:lnSpc>
                <a:spcPct val="100000"/>
              </a:lnSpc>
              <a:spcBef>
                <a:spcPts val="0"/>
              </a:spcBef>
              <a:spcAft>
                <a:spcPts val="0"/>
              </a:spcAft>
              <a:buSzPts val="2000"/>
              <a:buNone/>
            </a:pPr>
            <a:r>
              <a:t/>
            </a:r>
            <a:endParaRPr sz="1400">
              <a:solidFill>
                <a:srgbClr val="3F3F3F"/>
              </a:solidFill>
            </a:endParaRPr>
          </a:p>
          <a:p>
            <a:pPr indent="0" lvl="0" marL="0" rtl="0" algn="l">
              <a:lnSpc>
                <a:spcPct val="100000"/>
              </a:lnSpc>
              <a:spcBef>
                <a:spcPts val="0"/>
              </a:spcBef>
              <a:spcAft>
                <a:spcPts val="0"/>
              </a:spcAft>
              <a:buSzPts val="2000"/>
              <a:buNone/>
            </a:pPr>
            <a:r>
              <a:t/>
            </a:r>
            <a:endParaRPr sz="1400">
              <a:solidFill>
                <a:srgbClr val="3F3F3F"/>
              </a:solidFill>
            </a:endParaRPr>
          </a:p>
          <a:p>
            <a:pPr indent="0" lvl="0" marL="0" rtl="0" algn="l">
              <a:lnSpc>
                <a:spcPct val="100000"/>
              </a:lnSpc>
              <a:spcBef>
                <a:spcPts val="0"/>
              </a:spcBef>
              <a:spcAft>
                <a:spcPts val="0"/>
              </a:spcAft>
              <a:buSzPts val="2000"/>
              <a:buNone/>
            </a:pPr>
            <a:r>
              <a:t/>
            </a:r>
            <a:endParaRPr sz="1400">
              <a:solidFill>
                <a:srgbClr val="3F3F3F"/>
              </a:solidFill>
            </a:endParaRPr>
          </a:p>
          <a:p>
            <a:pPr indent="-228600" lvl="0" marL="228600" rtl="0" algn="l">
              <a:lnSpc>
                <a:spcPct val="100000"/>
              </a:lnSpc>
              <a:spcBef>
                <a:spcPts val="0"/>
              </a:spcBef>
              <a:spcAft>
                <a:spcPts val="0"/>
              </a:spcAft>
              <a:buClr>
                <a:srgbClr val="595959"/>
              </a:buClr>
              <a:buSzPts val="1400"/>
              <a:buNone/>
            </a:pPr>
            <a:r>
              <a:t/>
            </a:r>
            <a:endParaRPr b="1" sz="1400">
              <a:solidFill>
                <a:schemeClr val="dk1"/>
              </a:solidFill>
              <a:latin typeface="Arial"/>
              <a:ea typeface="Arial"/>
              <a:cs typeface="Arial"/>
              <a:sym typeface="Arial"/>
            </a:endParaRPr>
          </a:p>
        </p:txBody>
      </p:sp>
      <p:sp>
        <p:nvSpPr>
          <p:cNvPr id="161" name="Google Shape;161;p11"/>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2"/>
          <p:cNvSpPr txBox="1"/>
          <p:nvPr>
            <p:ph type="title"/>
          </p:nvPr>
        </p:nvSpPr>
        <p:spPr>
          <a:xfrm>
            <a:off x="439738" y="152825"/>
            <a:ext cx="8264400" cy="482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3. Solution Description</a:t>
            </a:r>
            <a:endParaRPr/>
          </a:p>
        </p:txBody>
      </p:sp>
      <p:sp>
        <p:nvSpPr>
          <p:cNvPr id="167" name="Google Shape;167;p12"/>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050"/>
              </a:buClr>
              <a:buSzPts val="1000"/>
              <a:buFont typeface="Arial"/>
              <a:buNone/>
            </a:pPr>
            <a:fld id="{00000000-1234-1234-1234-123412341234}" type="slidenum">
              <a:rPr b="0" i="0" lang="en-GB" sz="1000" u="none" cap="none" strike="noStrike">
                <a:solidFill>
                  <a:srgbClr val="00B050"/>
                </a:solidFill>
                <a:latin typeface="Arial"/>
                <a:ea typeface="Arial"/>
                <a:cs typeface="Arial"/>
                <a:sym typeface="Arial"/>
              </a:rPr>
              <a:t>‹#›</a:t>
            </a:fld>
            <a:endParaRPr b="0" i="0" sz="1000" u="none" cap="none" strike="noStrike">
              <a:solidFill>
                <a:srgbClr val="00B050"/>
              </a:solidFill>
              <a:latin typeface="Arial"/>
              <a:ea typeface="Arial"/>
              <a:cs typeface="Arial"/>
              <a:sym typeface="Arial"/>
            </a:endParaRPr>
          </a:p>
        </p:txBody>
      </p:sp>
      <p:sp>
        <p:nvSpPr>
          <p:cNvPr id="168" name="Google Shape;168;p12"/>
          <p:cNvSpPr txBox="1"/>
          <p:nvPr/>
        </p:nvSpPr>
        <p:spPr>
          <a:xfrm>
            <a:off x="430213" y="735030"/>
            <a:ext cx="8264400" cy="420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0" i="0" lang="en-GB" sz="2000" u="none" cap="none" strike="noStrike">
                <a:solidFill>
                  <a:srgbClr val="00AF41"/>
                </a:solidFill>
                <a:latin typeface="Arial"/>
                <a:ea typeface="Arial"/>
                <a:cs typeface="Arial"/>
                <a:sym typeface="Arial"/>
              </a:rPr>
              <a:t>3.4 Security Summary</a:t>
            </a:r>
            <a:endParaRPr b="0" i="0" sz="1400" u="none" cap="none" strike="noStrike">
              <a:solidFill>
                <a:srgbClr val="000000"/>
              </a:solidFill>
              <a:latin typeface="Arial"/>
              <a:ea typeface="Arial"/>
              <a:cs typeface="Arial"/>
              <a:sym typeface="Arial"/>
            </a:endParaRPr>
          </a:p>
        </p:txBody>
      </p:sp>
      <p:sp>
        <p:nvSpPr>
          <p:cNvPr id="169" name="Google Shape;169;p12"/>
          <p:cNvSpPr txBox="1"/>
          <p:nvPr>
            <p:ph idx="1" type="body"/>
          </p:nvPr>
        </p:nvSpPr>
        <p:spPr>
          <a:xfrm>
            <a:off x="483199" y="1178199"/>
            <a:ext cx="8221200" cy="513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595959"/>
              </a:buClr>
              <a:buSzPts val="1400"/>
              <a:buNone/>
            </a:pPr>
            <a:r>
              <a:rPr lang="en-GB" sz="1400"/>
              <a:t>Please refer to Section 4.5 Security Architecture for further details.</a:t>
            </a:r>
            <a:endParaRPr/>
          </a:p>
          <a:p>
            <a:pPr indent="0" lvl="0" marL="0" rtl="0" algn="l">
              <a:lnSpc>
                <a:spcPct val="100000"/>
              </a:lnSpc>
              <a:spcBef>
                <a:spcPts val="0"/>
              </a:spcBef>
              <a:spcAft>
                <a:spcPts val="0"/>
              </a:spcAft>
              <a:buClr>
                <a:srgbClr val="595959"/>
              </a:buClr>
              <a:buSzPts val="1600"/>
              <a:buNone/>
            </a:pPr>
            <a:r>
              <a:t/>
            </a:r>
            <a:endParaRPr b="1" sz="1600">
              <a:solidFill>
                <a:schemeClr val="dk1"/>
              </a:solidFill>
              <a:latin typeface="Arial"/>
              <a:ea typeface="Arial"/>
              <a:cs typeface="Arial"/>
              <a:sym typeface="Arial"/>
            </a:endParaRPr>
          </a:p>
          <a:p>
            <a:pPr indent="0" lvl="0" marL="0" rtl="0" algn="l">
              <a:lnSpc>
                <a:spcPct val="100000"/>
              </a:lnSpc>
              <a:spcBef>
                <a:spcPts val="0"/>
              </a:spcBef>
              <a:spcAft>
                <a:spcPts val="0"/>
              </a:spcAft>
              <a:buSzPts val="2000"/>
              <a:buNone/>
            </a:pPr>
            <a:r>
              <a:rPr b="1" lang="en-GB" sz="1600">
                <a:solidFill>
                  <a:schemeClr val="dk1"/>
                </a:solidFill>
              </a:rPr>
              <a:t>Data Classification, Handling Instructions, Sensitive Data</a:t>
            </a:r>
            <a:r>
              <a:rPr lang="en-GB" sz="1400">
                <a:solidFill>
                  <a:srgbClr val="3F3F3F"/>
                </a:solidFill>
              </a:rPr>
              <a:t> </a:t>
            </a:r>
            <a:endParaRPr/>
          </a:p>
          <a:p>
            <a:pPr indent="-317500" lvl="0" marL="457200" rtl="0" algn="l">
              <a:lnSpc>
                <a:spcPct val="90000"/>
              </a:lnSpc>
              <a:spcBef>
                <a:spcPts val="1000"/>
              </a:spcBef>
              <a:spcAft>
                <a:spcPts val="0"/>
              </a:spcAft>
              <a:buClr>
                <a:srgbClr val="3F3F3F"/>
              </a:buClr>
              <a:buSzPts val="1400"/>
              <a:buChar char="•"/>
            </a:pPr>
            <a:br>
              <a:rPr lang="en-GB" sz="1400"/>
            </a:br>
            <a:endParaRPr sz="1400"/>
          </a:p>
          <a:p>
            <a:pPr indent="0" lvl="0" marL="0" rtl="0" algn="l">
              <a:lnSpc>
                <a:spcPct val="100000"/>
              </a:lnSpc>
              <a:spcBef>
                <a:spcPts val="0"/>
              </a:spcBef>
              <a:spcAft>
                <a:spcPts val="0"/>
              </a:spcAft>
              <a:buSzPts val="2000"/>
              <a:buNone/>
            </a:pPr>
            <a:r>
              <a:rPr b="1" lang="en-GB" sz="1600">
                <a:solidFill>
                  <a:schemeClr val="dk1"/>
                </a:solidFill>
              </a:rPr>
              <a:t>Business Processes (Security)</a:t>
            </a:r>
            <a:endParaRPr/>
          </a:p>
          <a:p>
            <a:pPr indent="-317500" lvl="0" marL="457200" rtl="0" algn="l">
              <a:lnSpc>
                <a:spcPct val="100000"/>
              </a:lnSpc>
              <a:spcBef>
                <a:spcPts val="600"/>
              </a:spcBef>
              <a:spcAft>
                <a:spcPts val="0"/>
              </a:spcAft>
              <a:buClr>
                <a:srgbClr val="3F3F3F"/>
              </a:buClr>
              <a:buSzPts val="1400"/>
              <a:buChar char="•"/>
            </a:pPr>
            <a:r>
              <a:t/>
            </a:r>
            <a:endParaRPr/>
          </a:p>
          <a:p>
            <a:pPr indent="-139700" lvl="0" marL="228600" rtl="0" algn="l">
              <a:lnSpc>
                <a:spcPct val="100000"/>
              </a:lnSpc>
              <a:spcBef>
                <a:spcPts val="0"/>
              </a:spcBef>
              <a:spcAft>
                <a:spcPts val="0"/>
              </a:spcAft>
              <a:buSzPts val="2000"/>
              <a:buNone/>
            </a:pPr>
            <a:r>
              <a:t/>
            </a:r>
            <a:endParaRPr sz="1400"/>
          </a:p>
          <a:p>
            <a:pPr indent="0" lvl="0" marL="0" rtl="0" algn="l">
              <a:lnSpc>
                <a:spcPct val="100000"/>
              </a:lnSpc>
              <a:spcBef>
                <a:spcPts val="0"/>
              </a:spcBef>
              <a:spcAft>
                <a:spcPts val="0"/>
              </a:spcAft>
              <a:buSzPts val="2000"/>
              <a:buNone/>
            </a:pPr>
            <a:r>
              <a:rPr b="1" lang="en-GB" sz="1600">
                <a:solidFill>
                  <a:schemeClr val="dk1"/>
                </a:solidFill>
              </a:rPr>
              <a:t>Internet Presence</a:t>
            </a:r>
            <a:endParaRPr/>
          </a:p>
          <a:p>
            <a:pPr indent="-317500" lvl="0" marL="457200" rtl="0" algn="l">
              <a:lnSpc>
                <a:spcPct val="100000"/>
              </a:lnSpc>
              <a:spcBef>
                <a:spcPts val="600"/>
              </a:spcBef>
              <a:spcAft>
                <a:spcPts val="0"/>
              </a:spcAft>
              <a:buClr>
                <a:srgbClr val="3F3F3F"/>
              </a:buClr>
              <a:buSzPts val="1400"/>
              <a:buChar char="•"/>
            </a:pPr>
            <a:r>
              <a:t/>
            </a:r>
            <a:endParaRPr/>
          </a:p>
          <a:p>
            <a:pPr indent="0" lvl="0" marL="0" rtl="0" algn="l">
              <a:lnSpc>
                <a:spcPct val="100000"/>
              </a:lnSpc>
              <a:spcBef>
                <a:spcPts val="0"/>
              </a:spcBef>
              <a:spcAft>
                <a:spcPts val="0"/>
              </a:spcAft>
              <a:buSzPts val="2000"/>
              <a:buNone/>
            </a:pPr>
            <a:r>
              <a:t/>
            </a:r>
            <a:endParaRPr sz="1400"/>
          </a:p>
          <a:p>
            <a:pPr indent="0" lvl="0" marL="0" rtl="0" algn="l">
              <a:lnSpc>
                <a:spcPct val="100000"/>
              </a:lnSpc>
              <a:spcBef>
                <a:spcPts val="0"/>
              </a:spcBef>
              <a:spcAft>
                <a:spcPts val="0"/>
              </a:spcAft>
              <a:buSzPts val="2000"/>
              <a:buNone/>
            </a:pPr>
            <a:r>
              <a:rPr b="1" lang="en-GB" sz="1600">
                <a:solidFill>
                  <a:schemeClr val="dk1"/>
                </a:solidFill>
              </a:rPr>
              <a:t>Accreditation and Assurance </a:t>
            </a:r>
            <a:br>
              <a:rPr b="1" lang="en-GB" sz="1600">
                <a:solidFill>
                  <a:schemeClr val="dk1"/>
                </a:solidFill>
              </a:rPr>
            </a:br>
            <a:endParaRPr b="1" sz="1600">
              <a:solidFill>
                <a:schemeClr val="dk1"/>
              </a:solidFill>
            </a:endParaRPr>
          </a:p>
          <a:p>
            <a:pPr indent="-317500" lvl="2" marL="1371600" rtl="0" algn="l">
              <a:lnSpc>
                <a:spcPct val="100000"/>
              </a:lnSpc>
              <a:spcBef>
                <a:spcPts val="0"/>
              </a:spcBef>
              <a:spcAft>
                <a:spcPts val="0"/>
              </a:spcAft>
              <a:buClr>
                <a:srgbClr val="3F3F3F"/>
              </a:buClr>
              <a:buSzPts val="1400"/>
              <a:buChar char="•"/>
            </a:pPr>
            <a:r>
              <a:t/>
            </a:r>
            <a:endParaRPr b="1">
              <a:solidFill>
                <a:schemeClr val="dk1"/>
              </a:solidFill>
            </a:endParaRPr>
          </a:p>
          <a:p>
            <a:pPr indent="0" lvl="0" marL="0" rtl="0" algn="l">
              <a:lnSpc>
                <a:spcPct val="100000"/>
              </a:lnSpc>
              <a:spcBef>
                <a:spcPts val="0"/>
              </a:spcBef>
              <a:spcAft>
                <a:spcPts val="0"/>
              </a:spcAft>
              <a:buClr>
                <a:srgbClr val="595959"/>
              </a:buClr>
              <a:buSzPts val="1200"/>
              <a:buNone/>
            </a:pPr>
            <a:r>
              <a:t/>
            </a:r>
            <a:endParaRPr sz="1200"/>
          </a:p>
          <a:p>
            <a:pPr indent="-139700" lvl="0" marL="228600" rtl="0" algn="l">
              <a:lnSpc>
                <a:spcPct val="100000"/>
              </a:lnSpc>
              <a:spcBef>
                <a:spcPts val="0"/>
              </a:spcBef>
              <a:spcAft>
                <a:spcPts val="0"/>
              </a:spcAft>
              <a:buClr>
                <a:srgbClr val="595959"/>
              </a:buClr>
              <a:buSzPts val="1400"/>
              <a:buFont typeface="Noto Sans Symbols"/>
              <a:buNone/>
            </a:pPr>
            <a:r>
              <a:t/>
            </a:r>
            <a:endParaRPr sz="1400"/>
          </a:p>
        </p:txBody>
      </p:sp>
      <p:sp>
        <p:nvSpPr>
          <p:cNvPr id="170" name="Google Shape;170;p12"/>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4"/>
          <p:cNvSpPr txBox="1"/>
          <p:nvPr>
            <p:ph type="title"/>
          </p:nvPr>
        </p:nvSpPr>
        <p:spPr>
          <a:xfrm>
            <a:off x="439738" y="147644"/>
            <a:ext cx="8264400" cy="482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3. Solution Description</a:t>
            </a:r>
            <a:endParaRPr/>
          </a:p>
        </p:txBody>
      </p:sp>
      <p:sp>
        <p:nvSpPr>
          <p:cNvPr id="177" name="Google Shape;177;p14"/>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050"/>
              </a:buClr>
              <a:buSzPts val="1000"/>
              <a:buFont typeface="Arial"/>
              <a:buNone/>
            </a:pPr>
            <a:fld id="{00000000-1234-1234-1234-123412341234}" type="slidenum">
              <a:rPr b="0" i="0" lang="en-GB" sz="1000" u="none" cap="none" strike="noStrike">
                <a:solidFill>
                  <a:srgbClr val="00B050"/>
                </a:solidFill>
                <a:latin typeface="Arial"/>
                <a:ea typeface="Arial"/>
                <a:cs typeface="Arial"/>
                <a:sym typeface="Arial"/>
              </a:rPr>
              <a:t>‹#›</a:t>
            </a:fld>
            <a:endParaRPr b="0" i="0" sz="1000" u="none" cap="none" strike="noStrike">
              <a:solidFill>
                <a:srgbClr val="00B050"/>
              </a:solidFill>
              <a:latin typeface="Arial"/>
              <a:ea typeface="Arial"/>
              <a:cs typeface="Arial"/>
              <a:sym typeface="Arial"/>
            </a:endParaRPr>
          </a:p>
        </p:txBody>
      </p:sp>
      <p:sp>
        <p:nvSpPr>
          <p:cNvPr id="178" name="Google Shape;178;p14"/>
          <p:cNvSpPr txBox="1"/>
          <p:nvPr>
            <p:ph idx="1" type="body"/>
          </p:nvPr>
        </p:nvSpPr>
        <p:spPr>
          <a:xfrm>
            <a:off x="449526" y="1127511"/>
            <a:ext cx="8207400" cy="1041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Clr>
                <a:srgbClr val="3F3F3F"/>
              </a:buClr>
              <a:buSzPts val="1400"/>
              <a:buNone/>
            </a:pPr>
            <a:r>
              <a:t/>
            </a:r>
            <a:endParaRPr sz="1400">
              <a:solidFill>
                <a:srgbClr val="3F3F3F"/>
              </a:solidFill>
            </a:endParaRPr>
          </a:p>
          <a:p>
            <a:pPr indent="0" lvl="0" marL="0" rtl="0" algn="l">
              <a:lnSpc>
                <a:spcPct val="90000"/>
              </a:lnSpc>
              <a:spcBef>
                <a:spcPts val="1000"/>
              </a:spcBef>
              <a:spcAft>
                <a:spcPts val="0"/>
              </a:spcAft>
              <a:buClr>
                <a:srgbClr val="3F3F3F"/>
              </a:buClr>
              <a:buSzPts val="1400"/>
              <a:buNone/>
            </a:pPr>
            <a:r>
              <a:t/>
            </a:r>
            <a:endParaRPr sz="1400">
              <a:solidFill>
                <a:srgbClr val="3F3F3F"/>
              </a:solidFill>
            </a:endParaRPr>
          </a:p>
          <a:p>
            <a:pPr indent="-139700" lvl="0" marL="228600" rtl="0" algn="l">
              <a:lnSpc>
                <a:spcPct val="90000"/>
              </a:lnSpc>
              <a:spcBef>
                <a:spcPts val="1000"/>
              </a:spcBef>
              <a:spcAft>
                <a:spcPts val="0"/>
              </a:spcAft>
              <a:buClr>
                <a:srgbClr val="595959"/>
              </a:buClr>
              <a:buSzPts val="1400"/>
              <a:buNone/>
            </a:pPr>
            <a:r>
              <a:t/>
            </a:r>
            <a:endParaRPr sz="1400">
              <a:solidFill>
                <a:srgbClr val="0B0C0C"/>
              </a:solidFill>
            </a:endParaRPr>
          </a:p>
          <a:p>
            <a:pPr indent="0" lvl="0" marL="0" rtl="0" algn="l">
              <a:lnSpc>
                <a:spcPct val="90000"/>
              </a:lnSpc>
              <a:spcBef>
                <a:spcPts val="1000"/>
              </a:spcBef>
              <a:spcAft>
                <a:spcPts val="0"/>
              </a:spcAft>
              <a:buClr>
                <a:srgbClr val="595959"/>
              </a:buClr>
              <a:buSzPts val="1800"/>
              <a:buNone/>
            </a:pPr>
            <a:r>
              <a:t/>
            </a:r>
            <a:endParaRPr sz="1800"/>
          </a:p>
        </p:txBody>
      </p:sp>
      <p:sp>
        <p:nvSpPr>
          <p:cNvPr id="179" name="Google Shape;179;p14"/>
          <p:cNvSpPr txBox="1"/>
          <p:nvPr/>
        </p:nvSpPr>
        <p:spPr>
          <a:xfrm>
            <a:off x="439737" y="668685"/>
            <a:ext cx="8264400" cy="420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0" i="0" lang="en-GB" sz="2000" u="none" cap="none" strike="noStrike">
                <a:solidFill>
                  <a:srgbClr val="00AF41"/>
                </a:solidFill>
                <a:latin typeface="Arial"/>
                <a:ea typeface="Arial"/>
                <a:cs typeface="Arial"/>
                <a:sym typeface="Arial"/>
              </a:rPr>
              <a:t>3.5 Current (As-Is) Architecture</a:t>
            </a:r>
            <a:endParaRPr b="0" i="0" sz="1400" u="none" cap="none" strike="noStrike">
              <a:solidFill>
                <a:srgbClr val="000000"/>
              </a:solidFill>
              <a:latin typeface="Arial"/>
              <a:ea typeface="Arial"/>
              <a:cs typeface="Arial"/>
              <a:sym typeface="Arial"/>
            </a:endParaRPr>
          </a:p>
        </p:txBody>
      </p:sp>
      <p:sp>
        <p:nvSpPr>
          <p:cNvPr id="180" name="Google Shape;180;p14"/>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2f17d6ae3b2_0_0"/>
          <p:cNvSpPr txBox="1"/>
          <p:nvPr>
            <p:ph type="title"/>
          </p:nvPr>
        </p:nvSpPr>
        <p:spPr>
          <a:xfrm>
            <a:off x="127000" y="104781"/>
            <a:ext cx="8264400" cy="482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4. Solution Architecture</a:t>
            </a:r>
            <a:endParaRPr/>
          </a:p>
        </p:txBody>
      </p:sp>
      <p:sp>
        <p:nvSpPr>
          <p:cNvPr id="187" name="Google Shape;187;g2f17d6ae3b2_0_0"/>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050"/>
              </a:buClr>
              <a:buSzPts val="1000"/>
              <a:buFont typeface="Arial"/>
              <a:buNone/>
            </a:pPr>
            <a:fld id="{00000000-1234-1234-1234-123412341234}" type="slidenum">
              <a:rPr b="0" i="0" lang="en-GB" sz="1000" u="none" cap="none" strike="noStrike">
                <a:solidFill>
                  <a:srgbClr val="00B050"/>
                </a:solidFill>
                <a:latin typeface="Arial"/>
                <a:ea typeface="Arial"/>
                <a:cs typeface="Arial"/>
                <a:sym typeface="Arial"/>
              </a:rPr>
              <a:t>‹#›</a:t>
            </a:fld>
            <a:endParaRPr b="0" i="0" sz="1000" u="none" cap="none" strike="noStrike">
              <a:solidFill>
                <a:srgbClr val="00B050"/>
              </a:solidFill>
              <a:latin typeface="Arial"/>
              <a:ea typeface="Arial"/>
              <a:cs typeface="Arial"/>
              <a:sym typeface="Arial"/>
            </a:endParaRPr>
          </a:p>
        </p:txBody>
      </p:sp>
      <p:sp>
        <p:nvSpPr>
          <p:cNvPr id="188" name="Google Shape;188;g2f17d6ae3b2_0_0"/>
          <p:cNvSpPr/>
          <p:nvPr/>
        </p:nvSpPr>
        <p:spPr>
          <a:xfrm>
            <a:off x="141501" y="518495"/>
            <a:ext cx="22638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rgbClr val="00B050"/>
                </a:solidFill>
                <a:latin typeface="Arial"/>
                <a:ea typeface="Arial"/>
                <a:cs typeface="Arial"/>
                <a:sym typeface="Arial"/>
              </a:rPr>
              <a:t>4.1 Context Model</a:t>
            </a:r>
            <a:endParaRPr b="0" i="0" sz="1400" u="none" cap="none" strike="noStrike">
              <a:solidFill>
                <a:srgbClr val="000000"/>
              </a:solidFill>
              <a:latin typeface="Arial"/>
              <a:ea typeface="Arial"/>
              <a:cs typeface="Arial"/>
              <a:sym typeface="Arial"/>
            </a:endParaRPr>
          </a:p>
        </p:txBody>
      </p:sp>
      <p:sp>
        <p:nvSpPr>
          <p:cNvPr id="189" name="Google Shape;189;g2f17d6ae3b2_0_0"/>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pic>
        <p:nvPicPr>
          <p:cNvPr descr="User outline" id="190" name="Google Shape;190;g2f17d6ae3b2_0_0"/>
          <p:cNvPicPr preferRelativeResize="0"/>
          <p:nvPr/>
        </p:nvPicPr>
        <p:blipFill rotWithShape="1">
          <a:blip r:embed="rId3">
            <a:alphaModFix/>
          </a:blip>
          <a:srcRect b="0" l="0" r="0" t="0"/>
          <a:stretch/>
        </p:blipFill>
        <p:spPr>
          <a:xfrm>
            <a:off x="4215079" y="7186994"/>
            <a:ext cx="380664" cy="380664"/>
          </a:xfrm>
          <a:prstGeom prst="rect">
            <a:avLst/>
          </a:prstGeom>
          <a:noFill/>
          <a:ln>
            <a:noFill/>
          </a:ln>
        </p:spPr>
      </p:pic>
      <p:sp>
        <p:nvSpPr>
          <p:cNvPr id="191" name="Google Shape;191;g2f17d6ae3b2_0_0"/>
          <p:cNvSpPr txBox="1"/>
          <p:nvPr/>
        </p:nvSpPr>
        <p:spPr>
          <a:xfrm>
            <a:off x="151756" y="1199106"/>
            <a:ext cx="8048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g2f17d6ae3b2_0_0"/>
          <p:cNvSpPr/>
          <p:nvPr/>
        </p:nvSpPr>
        <p:spPr>
          <a:xfrm>
            <a:off x="151744" y="915850"/>
            <a:ext cx="44376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B050"/>
                </a:solidFill>
                <a:latin typeface="Arial"/>
                <a:ea typeface="Arial"/>
                <a:cs typeface="Arial"/>
                <a:sym typeface="Arial"/>
              </a:rPr>
              <a:t>4.1.1 System Context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6"/>
          <p:cNvSpPr txBox="1"/>
          <p:nvPr>
            <p:ph type="title"/>
          </p:nvPr>
        </p:nvSpPr>
        <p:spPr>
          <a:xfrm>
            <a:off x="201713" y="66852"/>
            <a:ext cx="8264400" cy="482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4. Solution Architecture</a:t>
            </a:r>
            <a:endParaRPr/>
          </a:p>
        </p:txBody>
      </p:sp>
      <p:sp>
        <p:nvSpPr>
          <p:cNvPr id="199" name="Google Shape;199;p16"/>
          <p:cNvSpPr/>
          <p:nvPr/>
        </p:nvSpPr>
        <p:spPr>
          <a:xfrm>
            <a:off x="217006" y="806698"/>
            <a:ext cx="18036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B050"/>
                </a:solidFill>
                <a:latin typeface="Arial"/>
                <a:ea typeface="Arial"/>
                <a:cs typeface="Arial"/>
                <a:sym typeface="Arial"/>
              </a:rPr>
              <a:t>4.1.2 Service flow</a:t>
            </a:r>
            <a:endParaRPr b="0" i="0" sz="1400" u="none" cap="none" strike="noStrike">
              <a:solidFill>
                <a:srgbClr val="000000"/>
              </a:solidFill>
              <a:latin typeface="Arial"/>
              <a:ea typeface="Arial"/>
              <a:cs typeface="Arial"/>
              <a:sym typeface="Arial"/>
            </a:endParaRPr>
          </a:p>
        </p:txBody>
      </p:sp>
      <p:sp>
        <p:nvSpPr>
          <p:cNvPr id="200" name="Google Shape;200;p16"/>
          <p:cNvSpPr/>
          <p:nvPr/>
        </p:nvSpPr>
        <p:spPr>
          <a:xfrm>
            <a:off x="210013" y="421174"/>
            <a:ext cx="30588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rgbClr val="00B050"/>
                </a:solidFill>
                <a:latin typeface="Arial"/>
                <a:ea typeface="Arial"/>
                <a:cs typeface="Arial"/>
                <a:sym typeface="Arial"/>
              </a:rPr>
              <a:t>4.1 Context Model (cont.)</a:t>
            </a:r>
            <a:endParaRPr b="0" i="0" sz="1400" u="none" cap="none" strike="noStrike">
              <a:solidFill>
                <a:srgbClr val="000000"/>
              </a:solidFill>
              <a:latin typeface="Arial"/>
              <a:ea typeface="Arial"/>
              <a:cs typeface="Arial"/>
              <a:sym typeface="Arial"/>
            </a:endParaRPr>
          </a:p>
        </p:txBody>
      </p:sp>
      <p:sp>
        <p:nvSpPr>
          <p:cNvPr id="201" name="Google Shape;201;p16"/>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sp>
        <p:nvSpPr>
          <p:cNvPr id="202" name="Google Shape;202;p16"/>
          <p:cNvSpPr txBox="1"/>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GB" sz="1000" u="none" cap="none" strike="noStrike">
                <a:solidFill>
                  <a:srgbClr val="00B050"/>
                </a:solidFill>
                <a:latin typeface="Arial"/>
                <a:ea typeface="Arial"/>
                <a:cs typeface="Arial"/>
                <a:sym typeface="Arial"/>
              </a:rPr>
              <a:t>‹#›</a:t>
            </a:fld>
            <a:endParaRPr b="0" i="0" sz="1000" u="none" cap="none" strike="noStrike">
              <a:solidFill>
                <a:srgbClr val="00B05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2d3e4ef4883_0_112"/>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p>
        </p:txBody>
      </p:sp>
      <p:graphicFrame>
        <p:nvGraphicFramePr>
          <p:cNvPr id="209" name="Google Shape;209;g2d3e4ef4883_0_112"/>
          <p:cNvGraphicFramePr/>
          <p:nvPr/>
        </p:nvGraphicFramePr>
        <p:xfrm>
          <a:off x="449526" y="1299592"/>
          <a:ext cx="3000000" cy="3000000"/>
        </p:xfrm>
        <a:graphic>
          <a:graphicData uri="http://schemas.openxmlformats.org/drawingml/2006/table">
            <a:tbl>
              <a:tblPr bandRow="1" firstRow="1">
                <a:noFill/>
                <a:tableStyleId>{677656FF-92E6-4C9F-BA07-2B6A0FA08150}</a:tableStyleId>
              </a:tblPr>
              <a:tblGrid>
                <a:gridCol w="471700"/>
                <a:gridCol w="7691325"/>
              </a:tblGrid>
              <a:tr h="11095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Step</a:t>
                      </a:r>
                      <a:endParaRPr sz="1200" u="none" cap="none" strike="noStrike">
                        <a:latin typeface="Arial"/>
                        <a:ea typeface="Arial"/>
                        <a:cs typeface="Arial"/>
                        <a:sym typeface="Arial"/>
                      </a:endParaRPr>
                    </a:p>
                  </a:txBody>
                  <a:tcPr marT="0" marB="0" marR="0" marL="0" anchor="ctr"/>
                </a:tc>
                <a:tc>
                  <a:txBody>
                    <a:bodyPr/>
                    <a:lstStyle/>
                    <a:p>
                      <a:pPr indent="0" lvl="0" marL="0" marR="0" rtl="0" algn="l">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 Event</a:t>
                      </a:r>
                      <a:endParaRPr sz="1200" u="none" cap="none" strike="noStrike">
                        <a:latin typeface="Arial"/>
                        <a:ea typeface="Arial"/>
                        <a:cs typeface="Arial"/>
                        <a:sym typeface="Arial"/>
                      </a:endParaRPr>
                    </a:p>
                  </a:txBody>
                  <a:tcPr marT="0" marB="0" marR="0" marL="0" anchor="ct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1</a:t>
                      </a:r>
                      <a:endParaRPr sz="1200" u="none" cap="none" strike="noStrike">
                        <a:latin typeface="Arial"/>
                        <a:ea typeface="Arial"/>
                        <a:cs typeface="Arial"/>
                        <a:sym typeface="Arial"/>
                      </a:endParaRPr>
                    </a:p>
                  </a:txBody>
                  <a:tcPr marT="0" marB="0" marR="0" marL="0" anchor="ctr"/>
                </a:tc>
                <a:tc>
                  <a:txBody>
                    <a:bodyPr/>
                    <a:lstStyle/>
                    <a:p>
                      <a:pPr indent="0" lvl="0" marL="0" rtl="0" algn="l">
                        <a:spcBef>
                          <a:spcPts val="0"/>
                        </a:spcBef>
                        <a:spcAft>
                          <a:spcPts val="0"/>
                        </a:spcAft>
                        <a:buNone/>
                      </a:pPr>
                      <a:r>
                        <a:t/>
                      </a:r>
                      <a:endParaRPr/>
                    </a:p>
                  </a:txBody>
                  <a:tcPr marT="0" marB="0" marR="0" marL="0" anchor="ct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2</a:t>
                      </a:r>
                      <a:endParaRPr sz="1400" u="none" cap="none" strike="noStrike"/>
                    </a:p>
                  </a:txBody>
                  <a:tcPr marT="0" marB="0" marR="0" marL="0" anchor="ctr"/>
                </a:tc>
                <a:tc>
                  <a:txBody>
                    <a:bodyPr/>
                    <a:lstStyle/>
                    <a:p>
                      <a:pPr indent="0" lvl="0" marL="0" rtl="0" algn="l">
                        <a:spcBef>
                          <a:spcPts val="0"/>
                        </a:spcBef>
                        <a:spcAft>
                          <a:spcPts val="0"/>
                        </a:spcAft>
                        <a:buNone/>
                      </a:pPr>
                      <a:r>
                        <a:t/>
                      </a:r>
                      <a:endParaRPr/>
                    </a:p>
                  </a:txBody>
                  <a:tcPr marT="0" marB="0" marR="0" marL="0" anchor="ct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3</a:t>
                      </a:r>
                      <a:endParaRPr sz="1400" u="none" cap="none" strike="noStrike"/>
                    </a:p>
                  </a:txBody>
                  <a:tcPr marT="0" marB="0" marR="0" marL="0" anchor="ctr"/>
                </a:tc>
                <a:tc>
                  <a:txBody>
                    <a:bodyPr/>
                    <a:lstStyle/>
                    <a:p>
                      <a:pPr indent="0" lvl="0" marL="0" rtl="0" algn="l">
                        <a:spcBef>
                          <a:spcPts val="0"/>
                        </a:spcBef>
                        <a:spcAft>
                          <a:spcPts val="0"/>
                        </a:spcAft>
                        <a:buNone/>
                      </a:pPr>
                      <a:r>
                        <a:t/>
                      </a:r>
                      <a:endParaRPr/>
                    </a:p>
                  </a:txBody>
                  <a:tcPr marT="0" marB="0" marR="0" marL="0" anchor="ct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4</a:t>
                      </a:r>
                      <a:endParaRPr sz="1400" u="none" cap="none" strike="noStrike"/>
                    </a:p>
                  </a:txBody>
                  <a:tcPr marT="0" marB="0" marR="0" marL="0" anchor="ctr"/>
                </a:tc>
                <a:tc>
                  <a:txBody>
                    <a:bodyPr/>
                    <a:lstStyle/>
                    <a:p>
                      <a:pPr indent="0" lvl="0" marL="0" rtl="0" algn="l">
                        <a:spcBef>
                          <a:spcPts val="0"/>
                        </a:spcBef>
                        <a:spcAft>
                          <a:spcPts val="0"/>
                        </a:spcAft>
                        <a:buNone/>
                      </a:pPr>
                      <a:r>
                        <a:t/>
                      </a:r>
                      <a:endParaRPr/>
                    </a:p>
                  </a:txBody>
                  <a:tcPr marT="0" marB="0" marR="0" marL="0" anchor="ctr">
                    <a:lnB cap="flat" cmpd="sng" w="12700">
                      <a:solidFill>
                        <a:schemeClr val="lt1"/>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5</a:t>
                      </a:r>
                      <a:endParaRPr sz="1400" u="none" cap="none" strike="noStrike"/>
                    </a:p>
                  </a:txBody>
                  <a:tcPr marT="0" marB="0" marR="0" marL="0" anchor="ctr">
                    <a:lnR cap="flat" cmpd="sng" w="12700">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6</a:t>
                      </a:r>
                      <a:endParaRPr sz="1400" u="none" cap="none" strike="noStrike"/>
                    </a:p>
                  </a:txBody>
                  <a:tcPr marT="0" marB="0" marR="0" marL="0" anchor="ctr">
                    <a:lnR cap="flat" cmpd="sng" w="12700">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108000" marB="10800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chemeClr val="dk1"/>
                        </a:buClr>
                        <a:buSzPts val="1200"/>
                        <a:buFont typeface="Arial"/>
                        <a:buNone/>
                      </a:pPr>
                      <a:r>
                        <a:rPr lang="en-GB" sz="1200" u="none" cap="none" strike="noStrike">
                          <a:latin typeface="Arial"/>
                          <a:ea typeface="Arial"/>
                          <a:cs typeface="Arial"/>
                          <a:sym typeface="Arial"/>
                        </a:rPr>
                        <a:t>7</a:t>
                      </a:r>
                      <a:endParaRPr sz="1200" u="none" cap="none" strike="noStrike">
                        <a:latin typeface="Arial"/>
                        <a:ea typeface="Arial"/>
                        <a:cs typeface="Arial"/>
                        <a:sym typeface="Arial"/>
                      </a:endParaRPr>
                    </a:p>
                  </a:txBody>
                  <a:tcPr marT="0" marB="0" marR="0" marL="0" anchor="ctr">
                    <a:lnR cap="flat" cmpd="sng" w="12700">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108000" marB="10800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t>8</a:t>
                      </a:r>
                      <a:endParaRPr sz="1400" u="none" cap="none" strike="noStrike"/>
                    </a:p>
                  </a:txBody>
                  <a:tcPr marT="0" marB="0" marR="0" marL="0" anchor="ctr">
                    <a:lnR cap="flat" cmpd="sng" w="12700">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108000" marB="10800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93400">
                <a:tc>
                  <a:txBody>
                    <a:bodyPr/>
                    <a:lstStyle/>
                    <a:p>
                      <a:pPr indent="0" lvl="0" marL="0" marR="0" rtl="0" algn="ctr">
                        <a:lnSpc>
                          <a:spcPct val="100000"/>
                        </a:lnSpc>
                        <a:spcBef>
                          <a:spcPts val="0"/>
                        </a:spcBef>
                        <a:spcAft>
                          <a:spcPts val="0"/>
                        </a:spcAft>
                        <a:buClr>
                          <a:srgbClr val="000000"/>
                        </a:buClr>
                        <a:buSzPts val="1200"/>
                        <a:buFont typeface="Arial"/>
                        <a:buNone/>
                      </a:pPr>
                      <a:r>
                        <a:rPr lang="en-GB" sz="1200" u="none" cap="none" strike="noStrike">
                          <a:latin typeface="Arial"/>
                          <a:ea typeface="Arial"/>
                          <a:cs typeface="Arial"/>
                          <a:sym typeface="Arial"/>
                        </a:rPr>
                        <a:t>9</a:t>
                      </a:r>
                      <a:endParaRPr sz="1400" u="none" cap="none" strike="noStrike"/>
                    </a:p>
                  </a:txBody>
                  <a:tcPr marT="0" marB="0" marR="0" marL="0" anchor="ctr">
                    <a:lnR cap="flat" cmpd="sng" w="12700">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108000" marB="10800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
        <p:nvSpPr>
          <p:cNvPr id="210" name="Google Shape;210;g2d3e4ef4883_0_112"/>
          <p:cNvSpPr txBox="1"/>
          <p:nvPr/>
        </p:nvSpPr>
        <p:spPr>
          <a:xfrm>
            <a:off x="449526" y="6418625"/>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sp>
        <p:nvSpPr>
          <p:cNvPr id="211" name="Google Shape;211;g2d3e4ef4883_0_112"/>
          <p:cNvSpPr txBox="1"/>
          <p:nvPr>
            <p:ph type="title"/>
          </p:nvPr>
        </p:nvSpPr>
        <p:spPr>
          <a:xfrm>
            <a:off x="329303" y="136525"/>
            <a:ext cx="8264400" cy="482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4. Solution Architecture</a:t>
            </a:r>
            <a:endParaRPr/>
          </a:p>
        </p:txBody>
      </p:sp>
      <p:sp>
        <p:nvSpPr>
          <p:cNvPr id="212" name="Google Shape;212;g2d3e4ef4883_0_112"/>
          <p:cNvSpPr/>
          <p:nvPr/>
        </p:nvSpPr>
        <p:spPr>
          <a:xfrm>
            <a:off x="344596" y="876371"/>
            <a:ext cx="26679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B050"/>
                </a:solidFill>
                <a:latin typeface="Arial"/>
                <a:ea typeface="Arial"/>
                <a:cs typeface="Arial"/>
                <a:sym typeface="Arial"/>
              </a:rPr>
              <a:t>4.1.2 Service flow (cont.)</a:t>
            </a:r>
            <a:endParaRPr b="0" i="0" sz="1400" u="none" cap="none" strike="noStrike">
              <a:solidFill>
                <a:srgbClr val="000000"/>
              </a:solidFill>
              <a:latin typeface="Arial"/>
              <a:ea typeface="Arial"/>
              <a:cs typeface="Arial"/>
              <a:sym typeface="Arial"/>
            </a:endParaRPr>
          </a:p>
        </p:txBody>
      </p:sp>
      <p:sp>
        <p:nvSpPr>
          <p:cNvPr id="213" name="Google Shape;213;g2d3e4ef4883_0_112"/>
          <p:cNvSpPr/>
          <p:nvPr/>
        </p:nvSpPr>
        <p:spPr>
          <a:xfrm>
            <a:off x="337603" y="490847"/>
            <a:ext cx="30588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rgbClr val="00B050"/>
                </a:solidFill>
                <a:latin typeface="Arial"/>
                <a:ea typeface="Arial"/>
                <a:cs typeface="Arial"/>
                <a:sym typeface="Arial"/>
              </a:rPr>
              <a:t>4.1 Context Model (cont.)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2d3e4ef4883_0_171"/>
          <p:cNvSpPr txBox="1"/>
          <p:nvPr>
            <p:ph type="title"/>
          </p:nvPr>
        </p:nvSpPr>
        <p:spPr>
          <a:xfrm>
            <a:off x="439737" y="65672"/>
            <a:ext cx="8264400" cy="482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latin typeface="Arial"/>
                <a:ea typeface="Arial"/>
                <a:cs typeface="Arial"/>
                <a:sym typeface="Arial"/>
              </a:rPr>
              <a:t>4. Solution Architecture</a:t>
            </a:r>
            <a:endParaRPr/>
          </a:p>
        </p:txBody>
      </p:sp>
      <p:sp>
        <p:nvSpPr>
          <p:cNvPr id="220" name="Google Shape;220;g2d3e4ef4883_0_171"/>
          <p:cNvSpPr txBox="1"/>
          <p:nvPr>
            <p:ph idx="12" type="sldNum"/>
          </p:nvPr>
        </p:nvSpPr>
        <p:spPr>
          <a:xfrm>
            <a:off x="8348486" y="6321517"/>
            <a:ext cx="411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p>
        </p:txBody>
      </p:sp>
      <p:sp>
        <p:nvSpPr>
          <p:cNvPr id="221" name="Google Shape;221;g2d3e4ef4883_0_171"/>
          <p:cNvSpPr/>
          <p:nvPr/>
        </p:nvSpPr>
        <p:spPr>
          <a:xfrm>
            <a:off x="439737" y="458472"/>
            <a:ext cx="30768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rgbClr val="00B050"/>
                </a:solidFill>
                <a:latin typeface="Arial"/>
                <a:ea typeface="Arial"/>
                <a:cs typeface="Arial"/>
                <a:sym typeface="Arial"/>
              </a:rPr>
              <a:t>4.2 Business Architecture</a:t>
            </a:r>
            <a:endParaRPr b="0" i="0" sz="1400" u="none" cap="none" strike="noStrike">
              <a:solidFill>
                <a:srgbClr val="000000"/>
              </a:solidFill>
              <a:latin typeface="Arial"/>
              <a:ea typeface="Arial"/>
              <a:cs typeface="Arial"/>
              <a:sym typeface="Arial"/>
            </a:endParaRPr>
          </a:p>
        </p:txBody>
      </p:sp>
      <p:sp>
        <p:nvSpPr>
          <p:cNvPr id="222" name="Google Shape;222;g2d3e4ef4883_0_171"/>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2d3e4ef4883_0_252"/>
          <p:cNvSpPr txBox="1"/>
          <p:nvPr>
            <p:ph type="title"/>
          </p:nvPr>
        </p:nvSpPr>
        <p:spPr>
          <a:xfrm>
            <a:off x="203503" y="458825"/>
            <a:ext cx="4150200" cy="4065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000"/>
              <a:t>4.3 </a:t>
            </a:r>
            <a:r>
              <a:rPr lang="en-GB" sz="2000">
                <a:latin typeface="Arial"/>
                <a:ea typeface="Arial"/>
                <a:cs typeface="Arial"/>
                <a:sym typeface="Arial"/>
              </a:rPr>
              <a:t>Application Architecture</a:t>
            </a:r>
            <a:endParaRPr sz="2000"/>
          </a:p>
        </p:txBody>
      </p:sp>
      <p:sp>
        <p:nvSpPr>
          <p:cNvPr id="229" name="Google Shape;229;g2d3e4ef4883_0_252"/>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p>
        </p:txBody>
      </p:sp>
      <p:sp>
        <p:nvSpPr>
          <p:cNvPr id="230" name="Google Shape;230;g2d3e4ef4883_0_252"/>
          <p:cNvSpPr txBox="1"/>
          <p:nvPr/>
        </p:nvSpPr>
        <p:spPr>
          <a:xfrm>
            <a:off x="212618" y="70781"/>
            <a:ext cx="3370200" cy="4827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400"/>
              <a:buFont typeface="Arial"/>
              <a:buNone/>
            </a:pPr>
            <a:r>
              <a:rPr b="0" i="0" lang="en-GB" sz="2400" u="none" cap="none" strike="noStrike">
                <a:solidFill>
                  <a:schemeClr val="dk2"/>
                </a:solidFill>
                <a:latin typeface="Arial"/>
                <a:ea typeface="Arial"/>
                <a:cs typeface="Arial"/>
                <a:sym typeface="Arial"/>
              </a:rPr>
              <a:t>4. Solution Architecture</a:t>
            </a:r>
            <a:endParaRPr b="0" i="0" sz="1400" u="none" cap="none" strike="noStrike">
              <a:solidFill>
                <a:srgbClr val="000000"/>
              </a:solidFill>
              <a:latin typeface="Arial"/>
              <a:ea typeface="Arial"/>
              <a:cs typeface="Arial"/>
              <a:sym typeface="Arial"/>
            </a:endParaRPr>
          </a:p>
        </p:txBody>
      </p:sp>
      <p:sp>
        <p:nvSpPr>
          <p:cNvPr id="231" name="Google Shape;231;g2d3e4ef4883_0_252"/>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2"/>
              </a:solidFill>
              <a:latin typeface="Arial"/>
              <a:ea typeface="Arial"/>
              <a:cs typeface="Arial"/>
              <a:sym typeface="Arial"/>
            </a:endParaRPr>
          </a:p>
        </p:txBody>
      </p:sp>
      <p:sp>
        <p:nvSpPr>
          <p:cNvPr id="232" name="Google Shape;232;g2d3e4ef4883_0_252"/>
          <p:cNvSpPr txBox="1"/>
          <p:nvPr/>
        </p:nvSpPr>
        <p:spPr>
          <a:xfrm>
            <a:off x="212613" y="791550"/>
            <a:ext cx="5136600" cy="352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6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graphicFrame>
        <p:nvGraphicFramePr>
          <p:cNvPr id="238" name="Google Shape;238;g2d3e4ef4883_0_299"/>
          <p:cNvGraphicFramePr/>
          <p:nvPr/>
        </p:nvGraphicFramePr>
        <p:xfrm>
          <a:off x="497897" y="1326897"/>
          <a:ext cx="3000000" cy="3000000"/>
        </p:xfrm>
        <a:graphic>
          <a:graphicData uri="http://schemas.openxmlformats.org/drawingml/2006/table">
            <a:tbl>
              <a:tblPr bandRow="1" firstRow="1">
                <a:noFill/>
                <a:tableStyleId>{677656FF-92E6-4C9F-BA07-2B6A0FA08150}</a:tableStyleId>
              </a:tblPr>
              <a:tblGrid>
                <a:gridCol w="1888525"/>
                <a:gridCol w="6342850"/>
              </a:tblGrid>
              <a:tr h="281550">
                <a:tc>
                  <a:txBody>
                    <a:bodyPr/>
                    <a:lstStyle/>
                    <a:p>
                      <a:pPr indent="0" lvl="0" marL="0" marR="0" rtl="0" algn="l">
                        <a:lnSpc>
                          <a:spcPct val="100000"/>
                        </a:lnSpc>
                        <a:spcBef>
                          <a:spcPts val="0"/>
                        </a:spcBef>
                        <a:spcAft>
                          <a:spcPts val="0"/>
                        </a:spcAft>
                        <a:buClr>
                          <a:srgbClr val="000000"/>
                        </a:buClr>
                        <a:buSzPts val="1300"/>
                        <a:buFont typeface="Arial"/>
                        <a:buNone/>
                      </a:pPr>
                      <a:r>
                        <a:rPr lang="en-GB" sz="1300" u="none" cap="none" strike="noStrike"/>
                        <a:t>Component</a:t>
                      </a:r>
                      <a:endParaRPr sz="13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GB" sz="1300" u="none" cap="none" strike="noStrike"/>
                        <a:t>Purpose / Description</a:t>
                      </a:r>
                      <a:endParaRPr sz="1300" u="none" cap="none" strike="noStrike"/>
                    </a:p>
                  </a:txBody>
                  <a:tcPr marT="45725" marB="45725" marR="91450" marL="91450"/>
                </a:tc>
              </a:tr>
            </a:tbl>
          </a:graphicData>
        </a:graphic>
      </p:graphicFrame>
      <p:sp>
        <p:nvSpPr>
          <p:cNvPr id="239" name="Google Shape;239;g2d3e4ef4883_0_299"/>
          <p:cNvSpPr txBox="1"/>
          <p:nvPr>
            <p:ph type="title"/>
          </p:nvPr>
        </p:nvSpPr>
        <p:spPr>
          <a:xfrm>
            <a:off x="449527" y="593845"/>
            <a:ext cx="4122600" cy="387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000"/>
              <a:t>4.4 Application Architecture (cont.)</a:t>
            </a:r>
            <a:endParaRPr/>
          </a:p>
        </p:txBody>
      </p:sp>
      <p:sp>
        <p:nvSpPr>
          <p:cNvPr id="240" name="Google Shape;240;g2d3e4ef4883_0_299"/>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p>
        </p:txBody>
      </p:sp>
      <p:sp>
        <p:nvSpPr>
          <p:cNvPr id="241" name="Google Shape;241;g2d3e4ef4883_0_299"/>
          <p:cNvSpPr txBox="1"/>
          <p:nvPr/>
        </p:nvSpPr>
        <p:spPr>
          <a:xfrm>
            <a:off x="439738" y="152821"/>
            <a:ext cx="8264400" cy="4827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400"/>
              <a:buFont typeface="Arial"/>
              <a:buNone/>
            </a:pPr>
            <a:r>
              <a:rPr b="0" i="0" lang="en-GB" sz="2400" u="none" cap="none" strike="noStrike">
                <a:solidFill>
                  <a:schemeClr val="dk2"/>
                </a:solidFill>
                <a:latin typeface="Arial"/>
                <a:ea typeface="Arial"/>
                <a:cs typeface="Arial"/>
                <a:sym typeface="Arial"/>
              </a:rPr>
              <a:t>4. Solution Architecture</a:t>
            </a:r>
            <a:endParaRPr b="0" i="0" sz="1400" u="none" cap="none" strike="noStrike">
              <a:solidFill>
                <a:srgbClr val="000000"/>
              </a:solidFill>
              <a:latin typeface="Arial"/>
              <a:ea typeface="Arial"/>
              <a:cs typeface="Arial"/>
              <a:sym typeface="Arial"/>
            </a:endParaRPr>
          </a:p>
        </p:txBody>
      </p:sp>
      <p:sp>
        <p:nvSpPr>
          <p:cNvPr id="242" name="Google Shape;242;g2d3e4ef4883_0_299"/>
          <p:cNvSpPr txBox="1"/>
          <p:nvPr/>
        </p:nvSpPr>
        <p:spPr>
          <a:xfrm>
            <a:off x="432101"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2"/>
              </a:solidFill>
              <a:latin typeface="Arial"/>
              <a:ea typeface="Arial"/>
              <a:cs typeface="Arial"/>
              <a:sym typeface="Arial"/>
            </a:endParaRPr>
          </a:p>
        </p:txBody>
      </p:sp>
      <p:sp>
        <p:nvSpPr>
          <p:cNvPr id="243" name="Google Shape;243;g2d3e4ef4883_0_299"/>
          <p:cNvSpPr txBox="1"/>
          <p:nvPr/>
        </p:nvSpPr>
        <p:spPr>
          <a:xfrm>
            <a:off x="439738" y="1011070"/>
            <a:ext cx="2502000" cy="3651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600"/>
              <a:buFont typeface="Arial"/>
              <a:buNone/>
            </a:pPr>
            <a:r>
              <a:rPr b="0" i="0" lang="en-GB" sz="1600" u="none" cap="none" strike="noStrike">
                <a:solidFill>
                  <a:schemeClr val="dk2"/>
                </a:solidFill>
                <a:latin typeface="Arial"/>
                <a:ea typeface="Arial"/>
                <a:cs typeface="Arial"/>
                <a:sym typeface="Arial"/>
              </a:rPr>
              <a:t>4.4.2 Major Components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d3e4ef4883_0_309"/>
          <p:cNvSpPr txBox="1"/>
          <p:nvPr>
            <p:ph type="title"/>
          </p:nvPr>
        </p:nvSpPr>
        <p:spPr>
          <a:xfrm>
            <a:off x="450383" y="677892"/>
            <a:ext cx="8427900" cy="387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000"/>
              <a:t>4.4 Integration Architecture</a:t>
            </a:r>
            <a:endParaRPr/>
          </a:p>
        </p:txBody>
      </p:sp>
      <p:sp>
        <p:nvSpPr>
          <p:cNvPr id="250" name="Google Shape;250;g2d3e4ef4883_0_309"/>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p>
        </p:txBody>
      </p:sp>
      <p:sp>
        <p:nvSpPr>
          <p:cNvPr id="251" name="Google Shape;251;g2d3e4ef4883_0_309"/>
          <p:cNvSpPr txBox="1"/>
          <p:nvPr/>
        </p:nvSpPr>
        <p:spPr>
          <a:xfrm>
            <a:off x="439737" y="226884"/>
            <a:ext cx="8264400" cy="4827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400"/>
              <a:buFont typeface="Arial"/>
              <a:buNone/>
            </a:pPr>
            <a:r>
              <a:rPr b="0" i="0" lang="en-GB" sz="2400" u="none" cap="none" strike="noStrike">
                <a:solidFill>
                  <a:schemeClr val="dk2"/>
                </a:solidFill>
                <a:latin typeface="Arial"/>
                <a:ea typeface="Arial"/>
                <a:cs typeface="Arial"/>
                <a:sym typeface="Arial"/>
              </a:rPr>
              <a:t>4. Solution Architecture</a:t>
            </a:r>
            <a:endParaRPr b="0" i="0" sz="1400" u="none" cap="none" strike="noStrike">
              <a:solidFill>
                <a:srgbClr val="000000"/>
              </a:solidFill>
              <a:latin typeface="Arial"/>
              <a:ea typeface="Arial"/>
              <a:cs typeface="Arial"/>
              <a:sym typeface="Arial"/>
            </a:endParaRPr>
          </a:p>
        </p:txBody>
      </p:sp>
      <p:sp>
        <p:nvSpPr>
          <p:cNvPr id="252" name="Google Shape;252;g2d3e4ef4883_0_309"/>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2d3e4ef4883_0_333"/>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p>
        </p:txBody>
      </p:sp>
      <p:sp>
        <p:nvSpPr>
          <p:cNvPr id="259" name="Google Shape;259;g2d3e4ef4883_0_333"/>
          <p:cNvSpPr txBox="1"/>
          <p:nvPr/>
        </p:nvSpPr>
        <p:spPr>
          <a:xfrm>
            <a:off x="439737" y="121584"/>
            <a:ext cx="8264400" cy="4827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400"/>
              <a:buFont typeface="Arial"/>
              <a:buNone/>
            </a:pPr>
            <a:r>
              <a:rPr b="0" i="0" lang="en-GB" sz="2400" u="none" cap="none" strike="noStrike">
                <a:solidFill>
                  <a:schemeClr val="dk2"/>
                </a:solidFill>
                <a:latin typeface="Arial"/>
                <a:ea typeface="Arial"/>
                <a:cs typeface="Arial"/>
                <a:sym typeface="Arial"/>
              </a:rPr>
              <a:t>4. Solution Architecture</a:t>
            </a:r>
            <a:endParaRPr b="0" i="0" sz="1400" u="none" cap="none" strike="noStrike">
              <a:solidFill>
                <a:srgbClr val="000000"/>
              </a:solidFill>
              <a:latin typeface="Arial"/>
              <a:ea typeface="Arial"/>
              <a:cs typeface="Arial"/>
              <a:sym typeface="Arial"/>
            </a:endParaRPr>
          </a:p>
        </p:txBody>
      </p:sp>
      <p:sp>
        <p:nvSpPr>
          <p:cNvPr id="260" name="Google Shape;260;g2d3e4ef4883_0_333"/>
          <p:cNvSpPr txBox="1"/>
          <p:nvPr>
            <p:ph type="title"/>
          </p:nvPr>
        </p:nvSpPr>
        <p:spPr>
          <a:xfrm>
            <a:off x="468311" y="624669"/>
            <a:ext cx="8207400" cy="42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000"/>
              <a:t>4.5 Security Architecture</a:t>
            </a:r>
            <a:endParaRPr/>
          </a:p>
        </p:txBody>
      </p:sp>
      <p:sp>
        <p:nvSpPr>
          <p:cNvPr id="261" name="Google Shape;261;g2d3e4ef4883_0_333"/>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2"/>
              </a:solidFill>
              <a:latin typeface="Arial"/>
              <a:ea typeface="Arial"/>
              <a:cs typeface="Arial"/>
              <a:sym typeface="Arial"/>
            </a:endParaRPr>
          </a:p>
        </p:txBody>
      </p:sp>
      <p:sp>
        <p:nvSpPr>
          <p:cNvPr id="262" name="Google Shape;262;g2d3e4ef4883_0_333"/>
          <p:cNvSpPr txBox="1"/>
          <p:nvPr/>
        </p:nvSpPr>
        <p:spPr>
          <a:xfrm>
            <a:off x="501012" y="1094085"/>
            <a:ext cx="8618100" cy="2862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6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2d580529eeb_0_0"/>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p>
        </p:txBody>
      </p:sp>
      <p:sp>
        <p:nvSpPr>
          <p:cNvPr id="269" name="Google Shape;269;g2d580529eeb_0_0"/>
          <p:cNvSpPr txBox="1"/>
          <p:nvPr/>
        </p:nvSpPr>
        <p:spPr>
          <a:xfrm>
            <a:off x="439737" y="121584"/>
            <a:ext cx="8264400" cy="4827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400"/>
              <a:buFont typeface="Arial"/>
              <a:buNone/>
            </a:pPr>
            <a:r>
              <a:rPr b="0" i="0" lang="en-GB" sz="2400" u="none" cap="none" strike="noStrike">
                <a:solidFill>
                  <a:schemeClr val="dk2"/>
                </a:solidFill>
                <a:latin typeface="Arial"/>
                <a:ea typeface="Arial"/>
                <a:cs typeface="Arial"/>
                <a:sym typeface="Arial"/>
              </a:rPr>
              <a:t>4. Solution Architecture</a:t>
            </a:r>
            <a:endParaRPr b="0" i="0" sz="1400" u="none" cap="none" strike="noStrike">
              <a:solidFill>
                <a:srgbClr val="000000"/>
              </a:solidFill>
              <a:latin typeface="Arial"/>
              <a:ea typeface="Arial"/>
              <a:cs typeface="Arial"/>
              <a:sym typeface="Arial"/>
            </a:endParaRPr>
          </a:p>
        </p:txBody>
      </p:sp>
      <p:sp>
        <p:nvSpPr>
          <p:cNvPr id="270" name="Google Shape;270;g2d580529eeb_0_0"/>
          <p:cNvSpPr txBox="1"/>
          <p:nvPr>
            <p:ph type="title"/>
          </p:nvPr>
        </p:nvSpPr>
        <p:spPr>
          <a:xfrm>
            <a:off x="468311" y="624669"/>
            <a:ext cx="8207400" cy="42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000"/>
              <a:t>4.5 Security Architecture</a:t>
            </a:r>
            <a:endParaRPr/>
          </a:p>
        </p:txBody>
      </p:sp>
      <p:sp>
        <p:nvSpPr>
          <p:cNvPr id="271" name="Google Shape;271;g2d580529eeb_0_0"/>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2"/>
              </a:solidFill>
              <a:latin typeface="Arial"/>
              <a:ea typeface="Arial"/>
              <a:cs typeface="Arial"/>
              <a:sym typeface="Arial"/>
            </a:endParaRPr>
          </a:p>
        </p:txBody>
      </p:sp>
      <p:sp>
        <p:nvSpPr>
          <p:cNvPr id="272" name="Google Shape;272;g2d580529eeb_0_0"/>
          <p:cNvSpPr txBox="1"/>
          <p:nvPr>
            <p:ph idx="1" type="body"/>
          </p:nvPr>
        </p:nvSpPr>
        <p:spPr>
          <a:xfrm>
            <a:off x="428025" y="1316800"/>
            <a:ext cx="8489100" cy="12294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600"/>
              </a:spcBef>
              <a:spcAft>
                <a:spcPts val="0"/>
              </a:spcAft>
              <a:buSzPts val="1500"/>
              <a:buChar char="▪"/>
            </a:pPr>
            <a:r>
              <a:t/>
            </a:r>
            <a:endParaRPr sz="1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2d3e4ef4883_0_342"/>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p>
        </p:txBody>
      </p:sp>
      <p:sp>
        <p:nvSpPr>
          <p:cNvPr id="279" name="Google Shape;279;g2d3e4ef4883_0_342"/>
          <p:cNvSpPr txBox="1"/>
          <p:nvPr/>
        </p:nvSpPr>
        <p:spPr>
          <a:xfrm>
            <a:off x="439737" y="121584"/>
            <a:ext cx="8264400" cy="4827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400"/>
              <a:buFont typeface="Arial"/>
              <a:buNone/>
            </a:pPr>
            <a:r>
              <a:rPr b="0" i="0" lang="en-GB" sz="2400" u="none" cap="none" strike="noStrike">
                <a:solidFill>
                  <a:schemeClr val="dk2"/>
                </a:solidFill>
                <a:latin typeface="Arial"/>
                <a:ea typeface="Arial"/>
                <a:cs typeface="Arial"/>
                <a:sym typeface="Arial"/>
              </a:rPr>
              <a:t>4. Solution Architecture</a:t>
            </a:r>
            <a:endParaRPr b="0" i="0" sz="1400" u="none" cap="none" strike="noStrike">
              <a:solidFill>
                <a:srgbClr val="000000"/>
              </a:solidFill>
              <a:latin typeface="Arial"/>
              <a:ea typeface="Arial"/>
              <a:cs typeface="Arial"/>
              <a:sym typeface="Arial"/>
            </a:endParaRPr>
          </a:p>
        </p:txBody>
      </p:sp>
      <p:sp>
        <p:nvSpPr>
          <p:cNvPr id="280" name="Google Shape;280;g2d3e4ef4883_0_342"/>
          <p:cNvSpPr txBox="1"/>
          <p:nvPr>
            <p:ph type="title"/>
          </p:nvPr>
        </p:nvSpPr>
        <p:spPr>
          <a:xfrm>
            <a:off x="468311" y="624669"/>
            <a:ext cx="8207400" cy="42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000"/>
              <a:t>4.6 Deployment Architecture</a:t>
            </a:r>
            <a:endParaRPr/>
          </a:p>
        </p:txBody>
      </p:sp>
      <p:sp>
        <p:nvSpPr>
          <p:cNvPr id="281" name="Google Shape;281;g2d3e4ef4883_0_342"/>
          <p:cNvSpPr txBox="1"/>
          <p:nvPr/>
        </p:nvSpPr>
        <p:spPr>
          <a:xfrm>
            <a:off x="468311" y="1078665"/>
            <a:ext cx="8128800" cy="4700700"/>
          </a:xfrm>
          <a:prstGeom prst="rect">
            <a:avLst/>
          </a:prstGeom>
          <a:noFill/>
          <a:ln>
            <a:noFill/>
          </a:ln>
        </p:spPr>
        <p:txBody>
          <a:bodyPr anchorCtr="0" anchor="t" bIns="45700" lIns="91425" spcFirstLastPara="1" rIns="91425" wrap="square" tIns="45700">
            <a:noAutofit/>
          </a:bodyPr>
          <a:lstStyle/>
          <a:p>
            <a:pPr indent="-152400" lvl="0" marL="228600" marR="0" rtl="0" algn="l">
              <a:lnSpc>
                <a:spcPct val="90000"/>
              </a:lnSpc>
              <a:spcBef>
                <a:spcPts val="1000"/>
              </a:spcBef>
              <a:spcAft>
                <a:spcPts val="0"/>
              </a:spcAft>
              <a:buClr>
                <a:srgbClr val="595959"/>
              </a:buClr>
              <a:buSzPts val="1200"/>
              <a:buFont typeface="Arial"/>
              <a:buNone/>
            </a:pPr>
            <a:r>
              <a:t/>
            </a:r>
            <a:endParaRPr b="0" i="0" sz="1200" u="none" cap="none" strike="noStrike">
              <a:solidFill>
                <a:srgbClr val="595959"/>
              </a:solidFill>
              <a:latin typeface="Arial"/>
              <a:ea typeface="Arial"/>
              <a:cs typeface="Arial"/>
              <a:sym typeface="Arial"/>
            </a:endParaRPr>
          </a:p>
          <a:p>
            <a:pPr indent="-152400" lvl="0" marL="228600" marR="0" rtl="0" algn="l">
              <a:lnSpc>
                <a:spcPct val="90000"/>
              </a:lnSpc>
              <a:spcBef>
                <a:spcPts val="1000"/>
              </a:spcBef>
              <a:spcAft>
                <a:spcPts val="0"/>
              </a:spcAft>
              <a:buClr>
                <a:srgbClr val="595959"/>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282" name="Google Shape;282;g2d3e4ef4883_0_342"/>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2d3e4ef4883_0_351"/>
          <p:cNvSpPr txBox="1"/>
          <p:nvPr>
            <p:ph type="title"/>
          </p:nvPr>
        </p:nvSpPr>
        <p:spPr>
          <a:xfrm>
            <a:off x="300913" y="639713"/>
            <a:ext cx="6782400" cy="342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000"/>
              <a:t>5.1 Patterns Consumed</a:t>
            </a:r>
            <a:endParaRPr/>
          </a:p>
        </p:txBody>
      </p:sp>
      <p:sp>
        <p:nvSpPr>
          <p:cNvPr id="289" name="Google Shape;289;g2d3e4ef4883_0_351"/>
          <p:cNvSpPr txBox="1"/>
          <p:nvPr>
            <p:ph idx="1" type="body"/>
          </p:nvPr>
        </p:nvSpPr>
        <p:spPr>
          <a:xfrm>
            <a:off x="595313" y="1220634"/>
            <a:ext cx="8207400" cy="4243500"/>
          </a:xfrm>
          <a:prstGeom prst="rect">
            <a:avLst/>
          </a:prstGeom>
          <a:noFill/>
          <a:ln>
            <a:noFill/>
          </a:ln>
        </p:spPr>
        <p:txBody>
          <a:bodyPr anchorCtr="0" anchor="t" bIns="45700" lIns="91425" spcFirstLastPara="1" rIns="91425" wrap="square" tIns="45700">
            <a:noAutofit/>
          </a:bodyPr>
          <a:lstStyle/>
          <a:p>
            <a:pPr indent="-101600" lvl="0" marL="228600" rtl="0" algn="l">
              <a:lnSpc>
                <a:spcPct val="90000"/>
              </a:lnSpc>
              <a:spcBef>
                <a:spcPts val="0"/>
              </a:spcBef>
              <a:spcAft>
                <a:spcPts val="0"/>
              </a:spcAft>
              <a:buClr>
                <a:srgbClr val="595959"/>
              </a:buClr>
              <a:buSzPts val="2000"/>
              <a:buNone/>
            </a:pPr>
            <a:r>
              <a:t/>
            </a:r>
            <a:endParaRPr sz="2000"/>
          </a:p>
          <a:p>
            <a:pPr indent="-101600" lvl="0" marL="228600" rtl="0" algn="l">
              <a:lnSpc>
                <a:spcPct val="90000"/>
              </a:lnSpc>
              <a:spcBef>
                <a:spcPts val="1000"/>
              </a:spcBef>
              <a:spcAft>
                <a:spcPts val="0"/>
              </a:spcAft>
              <a:buClr>
                <a:srgbClr val="595959"/>
              </a:buClr>
              <a:buSzPts val="2000"/>
              <a:buNone/>
            </a:pPr>
            <a:r>
              <a:t/>
            </a:r>
            <a:endParaRPr/>
          </a:p>
        </p:txBody>
      </p:sp>
      <p:sp>
        <p:nvSpPr>
          <p:cNvPr id="290" name="Google Shape;290;g2d3e4ef4883_0_351"/>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p>
        </p:txBody>
      </p:sp>
      <p:sp>
        <p:nvSpPr>
          <p:cNvPr id="291" name="Google Shape;291;g2d3e4ef4883_0_351"/>
          <p:cNvSpPr txBox="1"/>
          <p:nvPr/>
        </p:nvSpPr>
        <p:spPr>
          <a:xfrm>
            <a:off x="289610" y="152821"/>
            <a:ext cx="8264400" cy="447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400"/>
              <a:buFont typeface="Arial"/>
              <a:buNone/>
            </a:pPr>
            <a:r>
              <a:rPr b="0" i="0" lang="en-GB" sz="2400" u="none" cap="none" strike="noStrike">
                <a:solidFill>
                  <a:schemeClr val="dk2"/>
                </a:solidFill>
                <a:latin typeface="Arial"/>
                <a:ea typeface="Arial"/>
                <a:cs typeface="Arial"/>
                <a:sym typeface="Arial"/>
              </a:rPr>
              <a:t>5. Patterns</a:t>
            </a:r>
            <a:endParaRPr b="0" i="0" sz="1400" u="none" cap="none" strike="noStrike">
              <a:solidFill>
                <a:srgbClr val="000000"/>
              </a:solidFill>
              <a:latin typeface="Arial"/>
              <a:ea typeface="Arial"/>
              <a:cs typeface="Arial"/>
              <a:sym typeface="Arial"/>
            </a:endParaRPr>
          </a:p>
        </p:txBody>
      </p:sp>
      <p:graphicFrame>
        <p:nvGraphicFramePr>
          <p:cNvPr id="292" name="Google Shape;292;g2d3e4ef4883_0_351"/>
          <p:cNvGraphicFramePr/>
          <p:nvPr/>
        </p:nvGraphicFramePr>
        <p:xfrm>
          <a:off x="361950" y="1322799"/>
          <a:ext cx="3000000" cy="3000000"/>
        </p:xfrm>
        <a:graphic>
          <a:graphicData uri="http://schemas.openxmlformats.org/drawingml/2006/table">
            <a:tbl>
              <a:tblPr bandRow="1" firstRow="1">
                <a:noFill/>
                <a:tableStyleId>{677656FF-92E6-4C9F-BA07-2B6A0FA08150}</a:tableStyleId>
              </a:tblPr>
              <a:tblGrid>
                <a:gridCol w="2731325"/>
                <a:gridCol w="2579325"/>
                <a:gridCol w="3164675"/>
              </a:tblGrid>
              <a:tr h="392625">
                <a:tc>
                  <a:txBody>
                    <a:bodyPr/>
                    <a:lstStyle/>
                    <a:p>
                      <a:pPr indent="0" lvl="0" marL="0" marR="0" rtl="0" algn="l">
                        <a:lnSpc>
                          <a:spcPct val="100000"/>
                        </a:lnSpc>
                        <a:spcBef>
                          <a:spcPts val="0"/>
                        </a:spcBef>
                        <a:spcAft>
                          <a:spcPts val="0"/>
                        </a:spcAft>
                        <a:buClr>
                          <a:schemeClr val="dk1"/>
                        </a:buClr>
                        <a:buSzPts val="1800"/>
                        <a:buFont typeface="Calibri"/>
                        <a:buNone/>
                      </a:pPr>
                      <a:r>
                        <a:rPr lang="en-GB" sz="1800" u="none" cap="none" strike="noStrike"/>
                        <a:t>Requirement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GB" sz="1800" u="none" cap="none" strike="noStrike"/>
                        <a:t>Pattern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GB" sz="1800" u="none" cap="none" strike="noStrike"/>
                        <a:t>Supplier / Support</a:t>
                      </a:r>
                      <a:endParaRPr sz="1400" u="none" cap="none" strike="noStrike"/>
                    </a:p>
                  </a:txBody>
                  <a:tcPr marT="45725" marB="45725" marR="91450" marL="91450"/>
                </a:tc>
              </a:tr>
            </a:tbl>
          </a:graphicData>
        </a:graphic>
      </p:graphicFrame>
      <p:sp>
        <p:nvSpPr>
          <p:cNvPr id="293" name="Google Shape;293;g2d3e4ef4883_0_351"/>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2d3e4ef4883_0_361"/>
          <p:cNvSpPr txBox="1"/>
          <p:nvPr>
            <p:ph type="title"/>
          </p:nvPr>
        </p:nvSpPr>
        <p:spPr>
          <a:xfrm>
            <a:off x="399639" y="623417"/>
            <a:ext cx="6782400" cy="342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000"/>
              <a:t>5.1 Patterns Consumed (cont)</a:t>
            </a:r>
            <a:endParaRPr/>
          </a:p>
        </p:txBody>
      </p:sp>
      <p:sp>
        <p:nvSpPr>
          <p:cNvPr id="300" name="Google Shape;300;g2d3e4ef4883_0_361"/>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p>
        </p:txBody>
      </p:sp>
      <p:sp>
        <p:nvSpPr>
          <p:cNvPr id="301" name="Google Shape;301;g2d3e4ef4883_0_361"/>
          <p:cNvSpPr txBox="1"/>
          <p:nvPr/>
        </p:nvSpPr>
        <p:spPr>
          <a:xfrm>
            <a:off x="388336" y="136525"/>
            <a:ext cx="8264400" cy="447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400"/>
              <a:buFont typeface="Arial"/>
              <a:buNone/>
            </a:pPr>
            <a:r>
              <a:rPr b="0" i="0" lang="en-GB" sz="2400" u="none" cap="none" strike="noStrike">
                <a:solidFill>
                  <a:schemeClr val="dk2"/>
                </a:solidFill>
                <a:latin typeface="Arial"/>
                <a:ea typeface="Arial"/>
                <a:cs typeface="Arial"/>
                <a:sym typeface="Arial"/>
              </a:rPr>
              <a:t>5. Patterns</a:t>
            </a:r>
            <a:endParaRPr b="0" i="0" sz="1400" u="none" cap="none" strike="noStrike">
              <a:solidFill>
                <a:srgbClr val="000000"/>
              </a:solidFill>
              <a:latin typeface="Arial"/>
              <a:ea typeface="Arial"/>
              <a:cs typeface="Arial"/>
              <a:sym typeface="Arial"/>
            </a:endParaRPr>
          </a:p>
        </p:txBody>
      </p:sp>
      <p:graphicFrame>
        <p:nvGraphicFramePr>
          <p:cNvPr id="302" name="Google Shape;302;g2d3e4ef4883_0_361"/>
          <p:cNvGraphicFramePr/>
          <p:nvPr/>
        </p:nvGraphicFramePr>
        <p:xfrm>
          <a:off x="491139" y="1185834"/>
          <a:ext cx="3000000" cy="3000000"/>
        </p:xfrm>
        <a:graphic>
          <a:graphicData uri="http://schemas.openxmlformats.org/drawingml/2006/table">
            <a:tbl>
              <a:tblPr bandRow="1" firstRow="1">
                <a:noFill/>
                <a:tableStyleId>{677656FF-92E6-4C9F-BA07-2B6A0FA08150}</a:tableStyleId>
              </a:tblPr>
              <a:tblGrid>
                <a:gridCol w="2962750"/>
                <a:gridCol w="2298700"/>
                <a:gridCol w="2900275"/>
              </a:tblGrid>
              <a:tr h="407325">
                <a:tc>
                  <a:txBody>
                    <a:bodyPr/>
                    <a:lstStyle/>
                    <a:p>
                      <a:pPr indent="0" lvl="0" marL="0" marR="0" rtl="0" algn="l">
                        <a:lnSpc>
                          <a:spcPct val="100000"/>
                        </a:lnSpc>
                        <a:spcBef>
                          <a:spcPts val="0"/>
                        </a:spcBef>
                        <a:spcAft>
                          <a:spcPts val="0"/>
                        </a:spcAft>
                        <a:buClr>
                          <a:schemeClr val="dk1"/>
                        </a:buClr>
                        <a:buSzPts val="1800"/>
                        <a:buFont typeface="Calibri"/>
                        <a:buNone/>
                      </a:pPr>
                      <a:r>
                        <a:rPr lang="en-GB" sz="1800" u="none" cap="none" strike="noStrike"/>
                        <a:t>Requirement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GB" sz="1800" u="none" cap="none" strike="noStrike"/>
                        <a:t>Pattern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GB" sz="1800" u="none" cap="none" strike="noStrike"/>
                        <a:t>Supplier / Support</a:t>
                      </a:r>
                      <a:endParaRPr sz="1400" u="none" cap="none" strike="noStrike"/>
                    </a:p>
                  </a:txBody>
                  <a:tcPr marT="45725" marB="45725" marR="91450" marL="91450"/>
                </a:tc>
              </a:tr>
            </a:tbl>
          </a:graphicData>
        </a:graphic>
      </p:graphicFrame>
      <p:sp>
        <p:nvSpPr>
          <p:cNvPr id="303" name="Google Shape;303;g2d3e4ef4883_0_361"/>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2d3e4ef4883_0_450"/>
          <p:cNvSpPr txBox="1"/>
          <p:nvPr>
            <p:ph type="title"/>
          </p:nvPr>
        </p:nvSpPr>
        <p:spPr>
          <a:xfrm>
            <a:off x="468313" y="152666"/>
            <a:ext cx="8207400" cy="475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t>7. Architectural Dependencies</a:t>
            </a:r>
            <a:endParaRPr/>
          </a:p>
        </p:txBody>
      </p:sp>
      <p:sp>
        <p:nvSpPr>
          <p:cNvPr id="310" name="Google Shape;310;g2d3e4ef4883_0_450"/>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p>
        </p:txBody>
      </p:sp>
      <p:graphicFrame>
        <p:nvGraphicFramePr>
          <p:cNvPr id="311" name="Google Shape;311;g2d3e4ef4883_0_450"/>
          <p:cNvGraphicFramePr/>
          <p:nvPr/>
        </p:nvGraphicFramePr>
        <p:xfrm>
          <a:off x="433985" y="967125"/>
          <a:ext cx="3000000" cy="3000000"/>
        </p:xfrm>
        <a:graphic>
          <a:graphicData uri="http://schemas.openxmlformats.org/drawingml/2006/table">
            <a:tbl>
              <a:tblPr bandRow="1" firstRow="1">
                <a:noFill/>
                <a:tableStyleId>{677656FF-92E6-4C9F-BA07-2B6A0FA08150}</a:tableStyleId>
              </a:tblPr>
              <a:tblGrid>
                <a:gridCol w="2449375"/>
                <a:gridCol w="4594700"/>
                <a:gridCol w="1545875"/>
              </a:tblGrid>
              <a:tr h="386850">
                <a:tc>
                  <a:txBody>
                    <a:bodyPr/>
                    <a:lstStyle/>
                    <a:p>
                      <a:pPr indent="0" lvl="0" marL="0" marR="0" rtl="0" algn="l">
                        <a:lnSpc>
                          <a:spcPct val="100000"/>
                        </a:lnSpc>
                        <a:spcBef>
                          <a:spcPts val="0"/>
                        </a:spcBef>
                        <a:spcAft>
                          <a:spcPts val="0"/>
                        </a:spcAft>
                        <a:buClr>
                          <a:schemeClr val="dk1"/>
                        </a:buClr>
                        <a:buSzPts val="1200"/>
                        <a:buFont typeface="Arial"/>
                        <a:buNone/>
                      </a:pPr>
                      <a:r>
                        <a:rPr lang="en-GB" sz="1200" u="none" cap="none" strike="noStrike">
                          <a:latin typeface="Arial"/>
                          <a:ea typeface="Arial"/>
                          <a:cs typeface="Arial"/>
                          <a:sym typeface="Arial"/>
                        </a:rPr>
                        <a:t>Dependency 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Arial"/>
                        <a:buNone/>
                      </a:pPr>
                      <a:r>
                        <a:rPr lang="en-GB" sz="1200" u="none" cap="none" strike="noStrike">
                          <a:latin typeface="Arial"/>
                          <a:ea typeface="Arial"/>
                          <a:cs typeface="Arial"/>
                          <a:sym typeface="Arial"/>
                        </a:rPr>
                        <a:t>Details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Arial"/>
                        <a:buNone/>
                      </a:pPr>
                      <a:r>
                        <a:rPr lang="en-GB" sz="1200" u="none" cap="none" strike="noStrike">
                          <a:latin typeface="Arial"/>
                          <a:ea typeface="Arial"/>
                          <a:cs typeface="Arial"/>
                          <a:sym typeface="Arial"/>
                        </a:rPr>
                        <a:t>Supplier</a:t>
                      </a:r>
                      <a:endParaRPr sz="1400" u="none" cap="none" strike="noStrike"/>
                    </a:p>
                  </a:txBody>
                  <a:tcPr marT="45725" marB="45725" marR="91450" marL="91450"/>
                </a:tc>
              </a:tr>
            </a:tbl>
          </a:graphicData>
        </a:graphic>
      </p:graphicFrame>
      <p:sp>
        <p:nvSpPr>
          <p:cNvPr id="312" name="Google Shape;312;g2d3e4ef4883_0_450"/>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2d3e4ef4883_0_458"/>
          <p:cNvSpPr txBox="1"/>
          <p:nvPr>
            <p:ph type="title"/>
          </p:nvPr>
        </p:nvSpPr>
        <p:spPr>
          <a:xfrm>
            <a:off x="468313" y="161482"/>
            <a:ext cx="8207400" cy="520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t>8. RAG status vs initial Tier 1 requirements </a:t>
            </a:r>
            <a:endParaRPr/>
          </a:p>
        </p:txBody>
      </p:sp>
      <p:sp>
        <p:nvSpPr>
          <p:cNvPr id="319" name="Google Shape;319;g2d3e4ef4883_0_458"/>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p>
        </p:txBody>
      </p:sp>
      <p:graphicFrame>
        <p:nvGraphicFramePr>
          <p:cNvPr id="320" name="Google Shape;320;g2d3e4ef4883_0_458"/>
          <p:cNvGraphicFramePr/>
          <p:nvPr/>
        </p:nvGraphicFramePr>
        <p:xfrm>
          <a:off x="208657" y="604723"/>
          <a:ext cx="3000000" cy="3000000"/>
        </p:xfrm>
        <a:graphic>
          <a:graphicData uri="http://schemas.openxmlformats.org/drawingml/2006/table">
            <a:tbl>
              <a:tblPr bandRow="1" firstRow="1">
                <a:noFill/>
                <a:tableStyleId>{677656FF-92E6-4C9F-BA07-2B6A0FA08150}</a:tableStyleId>
              </a:tblPr>
              <a:tblGrid>
                <a:gridCol w="1021425"/>
                <a:gridCol w="956100"/>
                <a:gridCol w="6489550"/>
              </a:tblGrid>
              <a:tr h="312700">
                <a:tc>
                  <a:txBody>
                    <a:bodyPr/>
                    <a:lstStyle/>
                    <a:p>
                      <a:pPr indent="0" lvl="0" marL="0" marR="0" rtl="0" algn="l">
                        <a:lnSpc>
                          <a:spcPct val="100000"/>
                        </a:lnSpc>
                        <a:spcBef>
                          <a:spcPts val="0"/>
                        </a:spcBef>
                        <a:spcAft>
                          <a:spcPts val="0"/>
                        </a:spcAft>
                        <a:buClr>
                          <a:schemeClr val="dk1"/>
                        </a:buClr>
                        <a:buSzPts val="1200"/>
                        <a:buFont typeface="Arial"/>
                        <a:buNone/>
                      </a:pPr>
                      <a:r>
                        <a:rPr lang="en-GB" sz="700" u="none" cap="none" strike="noStrike">
                          <a:latin typeface="Arial"/>
                          <a:ea typeface="Arial"/>
                          <a:cs typeface="Arial"/>
                          <a:sym typeface="Arial"/>
                        </a:rPr>
                        <a:t>Non-functional requirements</a:t>
                      </a:r>
                      <a:endParaRPr sz="9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Arial"/>
                        <a:buNone/>
                      </a:pPr>
                      <a:r>
                        <a:rPr lang="en-GB" sz="700" u="none" cap="none" strike="noStrike">
                          <a:latin typeface="Arial"/>
                          <a:ea typeface="Arial"/>
                          <a:cs typeface="Arial"/>
                          <a:sym typeface="Arial"/>
                        </a:rPr>
                        <a:t>Location</a:t>
                      </a:r>
                      <a:endParaRPr sz="9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Arial"/>
                        <a:buNone/>
                      </a:pPr>
                      <a:r>
                        <a:rPr lang="en-GB" sz="700" u="none" cap="none" strike="noStrike">
                          <a:latin typeface="Arial"/>
                          <a:ea typeface="Arial"/>
                          <a:cs typeface="Arial"/>
                          <a:sym typeface="Arial"/>
                        </a:rPr>
                        <a:t>Usage </a:t>
                      </a:r>
                      <a:endParaRPr sz="900" u="none" cap="none" strike="noStrike"/>
                    </a:p>
                  </a:txBody>
                  <a:tcPr marT="45725" marB="45725" marR="91450" marL="91450"/>
                </a:tc>
              </a:tr>
            </a:tbl>
          </a:graphicData>
        </a:graphic>
      </p:graphicFrame>
      <p:sp>
        <p:nvSpPr>
          <p:cNvPr id="321" name="Google Shape;321;g2d3e4ef4883_0_458"/>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3575ffcb5a6_0_0"/>
          <p:cNvSpPr txBox="1"/>
          <p:nvPr>
            <p:ph type="title"/>
          </p:nvPr>
        </p:nvSpPr>
        <p:spPr>
          <a:xfrm>
            <a:off x="468313" y="161482"/>
            <a:ext cx="8207400" cy="520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lang="en-GB" sz="2400"/>
              <a:t>9. Glossary</a:t>
            </a:r>
            <a:endParaRPr/>
          </a:p>
        </p:txBody>
      </p:sp>
      <p:sp>
        <p:nvSpPr>
          <p:cNvPr id="328" name="Google Shape;328;g3575ffcb5a6_0_0"/>
          <p:cNvSpPr txBox="1"/>
          <p:nvPr>
            <p:ph idx="12" type="sldNum"/>
          </p:nvPr>
        </p:nvSpPr>
        <p:spPr>
          <a:xfrm>
            <a:off x="8391525" y="6356350"/>
            <a:ext cx="411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p>
        </p:txBody>
      </p:sp>
      <p:sp>
        <p:nvSpPr>
          <p:cNvPr id="329" name="Google Shape;329;g3575ffcb5a6_0_0"/>
          <p:cNvSpPr txBox="1"/>
          <p:nvPr/>
        </p:nvSpPr>
        <p:spPr>
          <a:xfrm>
            <a:off x="519008" y="600499"/>
            <a:ext cx="82566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330" name="Google Shape;330;g3575ffcb5a6_0_0"/>
          <p:cNvGraphicFramePr/>
          <p:nvPr/>
        </p:nvGraphicFramePr>
        <p:xfrm>
          <a:off x="519007" y="1072098"/>
          <a:ext cx="3000000" cy="3000000"/>
        </p:xfrm>
        <a:graphic>
          <a:graphicData uri="http://schemas.openxmlformats.org/drawingml/2006/table">
            <a:tbl>
              <a:tblPr bandRow="1" firstRow="1">
                <a:noFill/>
                <a:tableStyleId>{677656FF-92E6-4C9F-BA07-2B6A0FA08150}</a:tableStyleId>
              </a:tblPr>
              <a:tblGrid>
                <a:gridCol w="996025"/>
                <a:gridCol w="932325"/>
                <a:gridCol w="6328150"/>
              </a:tblGrid>
              <a:tr h="275675">
                <a:tc>
                  <a:txBody>
                    <a:bodyPr/>
                    <a:lstStyle/>
                    <a:p>
                      <a:pPr indent="0" lvl="0" marL="0" marR="0" rtl="0" algn="l">
                        <a:lnSpc>
                          <a:spcPct val="100000"/>
                        </a:lnSpc>
                        <a:spcBef>
                          <a:spcPts val="0"/>
                        </a:spcBef>
                        <a:spcAft>
                          <a:spcPts val="0"/>
                        </a:spcAft>
                        <a:buClr>
                          <a:schemeClr val="dk1"/>
                        </a:buClr>
                        <a:buSzPts val="1200"/>
                        <a:buFont typeface="Arial"/>
                        <a:buNone/>
                      </a:pPr>
                      <a:r>
                        <a:rPr lang="en-GB" sz="1200" u="none" cap="none" strike="noStrike">
                          <a:latin typeface="Arial"/>
                          <a:ea typeface="Arial"/>
                          <a:cs typeface="Arial"/>
                          <a:sym typeface="Arial"/>
                        </a:rPr>
                        <a:t>System</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Arial"/>
                        <a:buNone/>
                      </a:pPr>
                      <a:r>
                        <a:rPr lang="en-GB" sz="1200" u="none" cap="none" strike="noStrike">
                          <a:latin typeface="Arial"/>
                          <a:ea typeface="Arial"/>
                          <a:cs typeface="Arial"/>
                          <a:sym typeface="Arial"/>
                        </a:rPr>
                        <a:t>Location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Arial"/>
                        <a:buNone/>
                      </a:pPr>
                      <a:r>
                        <a:rPr lang="en-GB" sz="1200" u="none" cap="none" strike="noStrike">
                          <a:latin typeface="Arial"/>
                          <a:ea typeface="Arial"/>
                          <a:cs typeface="Arial"/>
                          <a:sym typeface="Arial"/>
                        </a:rPr>
                        <a:t>Usage </a:t>
                      </a:r>
                      <a:endParaRPr sz="1400" u="none" cap="none" strike="noStrike"/>
                    </a:p>
                  </a:txBody>
                  <a:tcPr marT="45725" marB="45725" marR="91450" marL="91450"/>
                </a:tc>
              </a:tr>
            </a:tbl>
          </a:graphicData>
        </a:graphic>
      </p:graphicFrame>
      <p:sp>
        <p:nvSpPr>
          <p:cNvPr id="331" name="Google Shape;331;g3575ffcb5a6_0_0"/>
          <p:cNvSpPr txBox="1"/>
          <p:nvPr/>
        </p:nvSpPr>
        <p:spPr>
          <a:xfrm>
            <a:off x="449526" y="6356350"/>
            <a:ext cx="8279700" cy="36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GB" sz="1000" u="none" cap="none" strike="noStrike">
                <a:solidFill>
                  <a:schemeClr val="dk1"/>
                </a:solidFill>
                <a:latin typeface="Arial"/>
                <a:ea typeface="Arial"/>
                <a:cs typeface="Arial"/>
                <a:sym typeface="Arial"/>
              </a:rPr>
              <a:t>Official Sensitive</a:t>
            </a:r>
            <a:r>
              <a:rPr b="0" i="0" lang="en-GB" sz="1000" u="none" cap="none" strike="noStrike">
                <a:solidFill>
                  <a:srgbClr val="FF0000"/>
                </a:solidFill>
                <a:latin typeface="Arial"/>
                <a:ea typeface="Arial"/>
                <a:cs typeface="Arial"/>
                <a:sym typeface="Arial"/>
              </a:rPr>
              <a:t>		 </a:t>
            </a:r>
            <a:r>
              <a:rPr b="0" i="0" lang="en-GB" sz="1000" u="none" cap="none" strike="noStrike">
                <a:solidFill>
                  <a:schemeClr val="dk2"/>
                </a:solidFill>
                <a:latin typeface="Arial"/>
                <a:ea typeface="Arial"/>
                <a:cs typeface="Arial"/>
                <a:sym typeface="Arial"/>
              </a:rPr>
              <a:t>DDTS EUTD Solution Overview – Border Trade Matching Service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2d3e4ef4883_0_467"/>
          <p:cNvSpPr txBox="1"/>
          <p:nvPr>
            <p:ph type="ctrTitle"/>
          </p:nvPr>
        </p:nvSpPr>
        <p:spPr>
          <a:xfrm>
            <a:off x="431800" y="1735138"/>
            <a:ext cx="6081600" cy="12159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SzPts val="1400"/>
              <a:buNone/>
            </a:pPr>
            <a:r>
              <a:rPr lang="en-GB">
                <a:latin typeface="Arial"/>
                <a:ea typeface="Arial"/>
                <a:cs typeface="Arial"/>
                <a:sym typeface="Arial"/>
              </a:rPr>
              <a:t>End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ra-powerpoint-template-3">
  <a:themeElements>
    <a:clrScheme name="Defra palette">
      <a:dk1>
        <a:srgbClr val="000000"/>
      </a:dk1>
      <a:lt1>
        <a:srgbClr val="FFFFFF"/>
      </a:lt1>
      <a:dk2>
        <a:srgbClr val="00B050"/>
      </a:dk2>
      <a:lt2>
        <a:srgbClr val="FFFFFF"/>
      </a:lt2>
      <a:accent1>
        <a:srgbClr val="00AF41"/>
      </a:accent1>
      <a:accent2>
        <a:srgbClr val="8FBF41"/>
      </a:accent2>
      <a:accent3>
        <a:srgbClr val="FFD500"/>
      </a:accent3>
      <a:accent4>
        <a:srgbClr val="DE2B29"/>
      </a:accent4>
      <a:accent5>
        <a:srgbClr val="F59A00"/>
      </a:accent5>
      <a:accent6>
        <a:srgbClr val="007BC4"/>
      </a:accent6>
      <a:hlink>
        <a:srgbClr val="007BC4"/>
      </a:hlink>
      <a:folHlink>
        <a:srgbClr val="6D307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2016-01-29T13:27:10Z</dcterms:created>
  <dc:creator>Defra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0x010100D7E91DF148A0074E88A54F173CA4BF75</vt:lpwstr>
  </property>
  <property fmtid="{D5CDD505-2E9C-101B-9397-08002B2CF9AE}" pid="3" name="Order">
    <vt:r8>680300.0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ies>
</file>